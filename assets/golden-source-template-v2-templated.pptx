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49" r:id="rId2"/>
  </p:sldMasterIdLst>
  <p:notesMasterIdLst>
    <p:notesMasterId r:id="rId4"/>
  </p:notesMasterIdLst>
  <p:sldIdLst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e MAURIN" userId="a28d98d5-63d5-4bec-9f89-57c11efe1c53" providerId="ADAL" clId="{E2A5C2B4-3173-450C-AE49-9582963A2CF1}"/>
    <pc:docChg chg="custSel modSld">
      <pc:chgData name="Diane MAURIN" userId="a28d98d5-63d5-4bec-9f89-57c11efe1c53" providerId="ADAL" clId="{E2A5C2B4-3173-450C-AE49-9582963A2CF1}" dt="2026-05-06T08:28:16.298" v="1" actId="20577"/>
      <pc:docMkLst>
        <pc:docMk/>
      </pc:docMkLst>
      <pc:sldChg chg="delSp modSp mod">
        <pc:chgData name="Diane MAURIN" userId="a28d98d5-63d5-4bec-9f89-57c11efe1c53" providerId="ADAL" clId="{E2A5C2B4-3173-450C-AE49-9582963A2CF1}" dt="2026-05-06T08:28:16.298" v="1" actId="20577"/>
        <pc:sldMkLst>
          <pc:docMk/>
          <pc:sldMk cId="923556792" sldId="257"/>
        </pc:sldMkLst>
        <pc:spChg chg="mod">
          <ac:chgData name="Diane MAURIN" userId="a28d98d5-63d5-4bec-9f89-57c11efe1c53" providerId="ADAL" clId="{E2A5C2B4-3173-450C-AE49-9582963A2CF1}" dt="2026-05-06T08:28:16.298" v="1" actId="20577"/>
          <ac:spMkLst>
            <pc:docMk/>
            <pc:sldMk cId="923556792" sldId="257"/>
            <ac:spMk id="20" creationId="{71F173F2-3D4A-CCA6-AB4F-B5EC8788F269}"/>
          </ac:spMkLst>
        </pc:spChg>
        <pc:picChg chg="del">
          <ac:chgData name="Diane MAURIN" userId="a28d98d5-63d5-4bec-9f89-57c11efe1c53" providerId="ADAL" clId="{E2A5C2B4-3173-450C-AE49-9582963A2CF1}" dt="2026-05-06T08:27:32.981" v="0" actId="478"/>
          <ac:picMkLst>
            <pc:docMk/>
            <pc:sldMk cId="923556792" sldId="257"/>
            <ac:picMk id="11" creationId="{84D2A7D6-1F1D-4626-6902-BCAB339BB59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72CECB-98A7-4142-9680-9F2D429CD774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E97A75-C019-4A87-AD42-804EDE4C2C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8129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6A20E8-4C6F-4479-83BE-E4DD7FCB050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1357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uverture ble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671639"/>
            <a:ext cx="5638800" cy="1547813"/>
          </a:xfrm>
          <a:prstGeom prst="rect">
            <a:avLst/>
          </a:prstGeom>
        </p:spPr>
        <p:txBody>
          <a:bodyPr lIns="0" tIns="0" rIns="0" bIns="50800" anchor="ctr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cxnSp>
        <p:nvCxnSpPr>
          <p:cNvPr id="5" name="Straight Connector 3 format margin gutterc">
            <a:extLst>
              <a:ext uri="{FF2B5EF4-FFF2-40B4-BE49-F238E27FC236}">
                <a16:creationId xmlns:a16="http://schemas.microsoft.com/office/drawing/2014/main" id="{186E63E4-DEA7-0148-A4AE-FBA12CB0D623}"/>
              </a:ext>
            </a:extLst>
          </p:cNvPr>
          <p:cNvCxnSpPr/>
          <p:nvPr userDrawn="1"/>
        </p:nvCxnSpPr>
        <p:spPr>
          <a:xfrm>
            <a:off x="5334001" y="4333875"/>
            <a:ext cx="5638800" cy="0"/>
          </a:xfrm>
          <a:prstGeom prst="line">
            <a:avLst/>
          </a:prstGeom>
          <a:ln w="127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28 format margin gutterc">
            <a:extLst>
              <a:ext uri="{FF2B5EF4-FFF2-40B4-BE49-F238E27FC236}">
                <a16:creationId xmlns:a16="http://schemas.microsoft.com/office/drawing/2014/main" id="{4ADA52EE-E510-E34F-AE4E-CA4ED0FA0C2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7" name="Text Placeholder 3 format margin gutterc">
            <a:extLst>
              <a:ext uri="{FF2B5EF4-FFF2-40B4-BE49-F238E27FC236}">
                <a16:creationId xmlns:a16="http://schemas.microsoft.com/office/drawing/2014/main" id="{DF4092AF-D06C-9A4B-9EE3-8D6767FD42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9" y="4457701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/>
            </a:lvl1pPr>
            <a:lvl2pPr>
              <a:spcBef>
                <a:spcPts val="738"/>
              </a:spcBef>
              <a:defRPr/>
            </a:lvl2pPr>
            <a:lvl3pPr>
              <a:spcBef>
                <a:spcPts val="738"/>
              </a:spcBef>
              <a:defRPr/>
            </a:lvl3pPr>
            <a:lvl4pPr>
              <a:spcBef>
                <a:spcPts val="738"/>
              </a:spcBef>
              <a:defRPr/>
            </a:lvl4pPr>
            <a:lvl5pPr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90A165-9E8D-4348-B754-E21D8DEFC9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9202" y="928690"/>
            <a:ext cx="3335140" cy="303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399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93B4FE-0D36-1C4F-A456-ACBB52739C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671639"/>
            <a:ext cx="5638800" cy="1547813"/>
          </a:xfrm>
          <a:prstGeom prst="rect">
            <a:avLst/>
          </a:prstGeom>
        </p:spPr>
        <p:txBody>
          <a:bodyPr lIns="0" tIns="0" rIns="0" bIns="50800" anchor="ctr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9" name="cover-ornament format margin gutterc">
            <a:extLst>
              <a:ext uri="{FF2B5EF4-FFF2-40B4-BE49-F238E27FC236}">
                <a16:creationId xmlns:a16="http://schemas.microsoft.com/office/drawing/2014/main" id="{81AE62B9-4DD7-D743-AD59-0C43090E897B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200" y="928689"/>
            <a:ext cx="3335529" cy="3033713"/>
          </a:xfrm>
          <a:prstGeom prst="rect">
            <a:avLst/>
          </a:prstGeom>
        </p:spPr>
      </p:pic>
      <p:cxnSp>
        <p:nvCxnSpPr>
          <p:cNvPr id="10" name="Straight Connector 3 format margin gutterc">
            <a:extLst>
              <a:ext uri="{FF2B5EF4-FFF2-40B4-BE49-F238E27FC236}">
                <a16:creationId xmlns:a16="http://schemas.microsoft.com/office/drawing/2014/main" id="{E4B4149A-23A2-FB46-82A1-C4483BEA50C5}"/>
              </a:ext>
            </a:extLst>
          </p:cNvPr>
          <p:cNvCxnSpPr/>
          <p:nvPr userDrawn="1"/>
        </p:nvCxnSpPr>
        <p:spPr>
          <a:xfrm>
            <a:off x="5334001" y="4333875"/>
            <a:ext cx="5638800" cy="0"/>
          </a:xfrm>
          <a:prstGeom prst="line">
            <a:avLst/>
          </a:prstGeom>
          <a:ln w="127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28 format margin gutterc">
            <a:extLst>
              <a:ext uri="{FF2B5EF4-FFF2-40B4-BE49-F238E27FC236}">
                <a16:creationId xmlns:a16="http://schemas.microsoft.com/office/drawing/2014/main" id="{A1E62A9A-ADD1-E84B-92B9-2450EFA8140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4" name="Text Placeholder 3 format margin gutterc">
            <a:extLst>
              <a:ext uri="{FF2B5EF4-FFF2-40B4-BE49-F238E27FC236}">
                <a16:creationId xmlns:a16="http://schemas.microsoft.com/office/drawing/2014/main" id="{224D1236-3475-8643-ADF6-BE227CE4C7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9" y="4457701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/>
            </a:lvl1pPr>
            <a:lvl2pPr>
              <a:spcBef>
                <a:spcPts val="738"/>
              </a:spcBef>
              <a:defRPr/>
            </a:lvl2pPr>
            <a:lvl3pPr>
              <a:spcBef>
                <a:spcPts val="738"/>
              </a:spcBef>
              <a:defRPr/>
            </a:lvl3pPr>
            <a:lvl4pPr>
              <a:spcBef>
                <a:spcPts val="738"/>
              </a:spcBef>
              <a:defRPr/>
            </a:lvl4pPr>
            <a:lvl5pPr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6194611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ble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ED733986-7B1D-EF47-8386-49C08D62F4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323862" cy="6858000"/>
          </a:xfrm>
          <a:custGeom>
            <a:avLst/>
            <a:gdLst>
              <a:gd name="connsiteX0" fmla="*/ 0 w 3513138"/>
              <a:gd name="connsiteY0" fmla="*/ 0 h 6858000"/>
              <a:gd name="connsiteX1" fmla="*/ 3513138 w 3513138"/>
              <a:gd name="connsiteY1" fmla="*/ 0 h 6858000"/>
              <a:gd name="connsiteX2" fmla="*/ 2573338 w 3513138"/>
              <a:gd name="connsiteY2" fmla="*/ 6858000 h 6858000"/>
              <a:gd name="connsiteX3" fmla="*/ 0 w 35131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8" h="6858000">
                <a:moveTo>
                  <a:pt x="0" y="0"/>
                </a:moveTo>
                <a:lnTo>
                  <a:pt x="3513138" y="0"/>
                </a:lnTo>
                <a:lnTo>
                  <a:pt x="2573338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vert="horz" wrap="square" lIns="0" tIns="0" rIns="0" bIns="0" rtlCol="0" anchor="ctr">
            <a:noAutofit/>
          </a:bodyPr>
          <a:lstStyle>
            <a:lvl1pPr>
              <a:defRPr lang="fr-FR"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 algn="ctr"/>
            <a:r>
              <a:rPr lang="fr-FR"/>
              <a:t>Cliquez sur l'icône pour ajouter une image</a:t>
            </a: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FDB77C8-973F-8543-A407-EF0C77E5D51E}"/>
              </a:ext>
            </a:extLst>
          </p:cNvPr>
          <p:cNvSpPr>
            <a:spLocks/>
          </p:cNvSpPr>
          <p:nvPr userDrawn="1"/>
        </p:nvSpPr>
        <p:spPr>
          <a:xfrm>
            <a:off x="3120293" y="-1"/>
            <a:ext cx="1281723" cy="6857999"/>
          </a:xfrm>
          <a:custGeom>
            <a:avLst/>
            <a:gdLst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0 w 1219200"/>
              <a:gd name="connsiteY6" fmla="*/ 6857999 h 6858000"/>
              <a:gd name="connsiteX7" fmla="*/ 114300 w 1219200"/>
              <a:gd name="connsiteY7" fmla="*/ 6857999 h 6858000"/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114300 w 1219200"/>
              <a:gd name="connsiteY6" fmla="*/ 6857999 h 6858000"/>
              <a:gd name="connsiteX7" fmla="*/ 1054100 w 1219200"/>
              <a:gd name="connsiteY7" fmla="*/ 0 h 6858000"/>
              <a:gd name="connsiteX0" fmla="*/ 939800 w 1104900"/>
              <a:gd name="connsiteY0" fmla="*/ 0 h 6858000"/>
              <a:gd name="connsiteX1" fmla="*/ 1041400 w 1104900"/>
              <a:gd name="connsiteY1" fmla="*/ 0 h 6858000"/>
              <a:gd name="connsiteX2" fmla="*/ 101600 w 1104900"/>
              <a:gd name="connsiteY2" fmla="*/ 6857999 h 6858000"/>
              <a:gd name="connsiteX3" fmla="*/ 1104900 w 1104900"/>
              <a:gd name="connsiteY3" fmla="*/ 6857999 h 6858000"/>
              <a:gd name="connsiteX4" fmla="*/ 1104900 w 1104900"/>
              <a:gd name="connsiteY4" fmla="*/ 6858000 h 6858000"/>
              <a:gd name="connsiteX5" fmla="*/ 0 w 1104900"/>
              <a:gd name="connsiteY5" fmla="*/ 6857999 h 6858000"/>
              <a:gd name="connsiteX6" fmla="*/ 939800 w 1104900"/>
              <a:gd name="connsiteY6" fmla="*/ 0 h 6858000"/>
              <a:gd name="connsiteX0" fmla="*/ 939800 w 1104900"/>
              <a:gd name="connsiteY0" fmla="*/ 0 h 6857999"/>
              <a:gd name="connsiteX1" fmla="*/ 1041400 w 1104900"/>
              <a:gd name="connsiteY1" fmla="*/ 0 h 6857999"/>
              <a:gd name="connsiteX2" fmla="*/ 101600 w 1104900"/>
              <a:gd name="connsiteY2" fmla="*/ 6857999 h 6857999"/>
              <a:gd name="connsiteX3" fmla="*/ 1104900 w 1104900"/>
              <a:gd name="connsiteY3" fmla="*/ 6857999 h 6857999"/>
              <a:gd name="connsiteX4" fmla="*/ 0 w 1104900"/>
              <a:gd name="connsiteY4" fmla="*/ 6857999 h 6857999"/>
              <a:gd name="connsiteX5" fmla="*/ 939800 w 1104900"/>
              <a:gd name="connsiteY5" fmla="*/ 0 h 6857999"/>
              <a:gd name="connsiteX0" fmla="*/ 939800 w 1041400"/>
              <a:gd name="connsiteY0" fmla="*/ 0 h 6857999"/>
              <a:gd name="connsiteX1" fmla="*/ 1041400 w 1041400"/>
              <a:gd name="connsiteY1" fmla="*/ 0 h 6857999"/>
              <a:gd name="connsiteX2" fmla="*/ 101600 w 1041400"/>
              <a:gd name="connsiteY2" fmla="*/ 6857999 h 6857999"/>
              <a:gd name="connsiteX3" fmla="*/ 0 w 1041400"/>
              <a:gd name="connsiteY3" fmla="*/ 6857999 h 6857999"/>
              <a:gd name="connsiteX4" fmla="*/ 939800 w 1041400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1400" h="6857999">
                <a:moveTo>
                  <a:pt x="939800" y="0"/>
                </a:moveTo>
                <a:lnTo>
                  <a:pt x="1041400" y="0"/>
                </a:lnTo>
                <a:lnTo>
                  <a:pt x="101600" y="6857999"/>
                </a:lnTo>
                <a:lnTo>
                  <a:pt x="0" y="6857999"/>
                </a:lnTo>
                <a:lnTo>
                  <a:pt x="939800" y="0"/>
                </a:lnTo>
                <a:close/>
              </a:path>
            </a:pathLst>
          </a:cu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E1228D-12B2-B341-BFC5-689CB7D298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0"/>
            <a:ext cx="4323860" cy="6858000"/>
          </a:xfrm>
          <a:custGeom>
            <a:avLst/>
            <a:gdLst>
              <a:gd name="connsiteX0" fmla="*/ 0 w 3513136"/>
              <a:gd name="connsiteY0" fmla="*/ 0 h 6858000"/>
              <a:gd name="connsiteX1" fmla="*/ 3513136 w 3513136"/>
              <a:gd name="connsiteY1" fmla="*/ 0 h 6858000"/>
              <a:gd name="connsiteX2" fmla="*/ 2573336 w 3513136"/>
              <a:gd name="connsiteY2" fmla="*/ 6858000 h 6858000"/>
              <a:gd name="connsiteX3" fmla="*/ 0 w 351313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6" h="6858000">
                <a:moveTo>
                  <a:pt x="0" y="0"/>
                </a:moveTo>
                <a:lnTo>
                  <a:pt x="3513136" y="0"/>
                </a:lnTo>
                <a:lnTo>
                  <a:pt x="257333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485900"/>
            <a:ext cx="5638800" cy="1162051"/>
          </a:xfrm>
          <a:prstGeom prst="rect">
            <a:avLst/>
          </a:prstGeom>
        </p:spPr>
        <p:txBody>
          <a:bodyPr lIns="0" tIns="0" rIns="0" bIns="50800" anchor="b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11" name="Graphic 28 format margin gutterc">
            <a:extLst>
              <a:ext uri="{FF2B5EF4-FFF2-40B4-BE49-F238E27FC236}">
                <a16:creationId xmlns:a16="http://schemas.microsoft.com/office/drawing/2014/main" id="{0C79A15A-0F45-A847-A578-3BA4270A7EE4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9" name="Text Placeholder 3 format margin gutterc">
            <a:extLst>
              <a:ext uri="{FF2B5EF4-FFF2-40B4-BE49-F238E27FC236}">
                <a16:creationId xmlns:a16="http://schemas.microsoft.com/office/drawing/2014/main" id="{0F04FDFA-41FD-124E-994E-9DAC3D60E1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99" y="2847975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/>
            </a:lvl1pPr>
            <a:lvl2pPr>
              <a:spcBef>
                <a:spcPts val="738"/>
              </a:spcBef>
              <a:defRPr/>
            </a:lvl2pPr>
            <a:lvl3pPr>
              <a:spcBef>
                <a:spcPts val="738"/>
              </a:spcBef>
              <a:defRPr/>
            </a:lvl3pPr>
            <a:lvl4pPr>
              <a:spcBef>
                <a:spcPts val="738"/>
              </a:spcBef>
              <a:defRPr/>
            </a:lvl4pPr>
            <a:lvl5pPr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Text Placeholder 3 format margin gutterc">
            <a:extLst>
              <a:ext uri="{FF2B5EF4-FFF2-40B4-BE49-F238E27FC236}">
                <a16:creationId xmlns:a16="http://schemas.microsoft.com/office/drawing/2014/main" id="{FE5A3661-2706-3248-9BDA-843C7DA8FE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5908" y="1485900"/>
            <a:ext cx="609600" cy="1162052"/>
          </a:xfrm>
        </p:spPr>
        <p:txBody>
          <a:bodyPr lIns="0" tIns="152400" rIns="0" bIns="0"/>
          <a:lstStyle>
            <a:lvl1pPr algn="r">
              <a:lnSpc>
                <a:spcPct val="100000"/>
              </a:lnSpc>
              <a:spcBef>
                <a:spcPts val="0"/>
              </a:spcBef>
              <a:defRPr sz="8862" b="1" i="0">
                <a:solidFill>
                  <a:schemeClr val="accent1"/>
                </a:solidFill>
                <a:latin typeface="Arial Nova Condensed" panose="020B0506020202020204" pitchFamily="34" charset="0"/>
              </a:defRPr>
            </a:lvl1pPr>
            <a:lvl2pPr algn="r">
              <a:spcBef>
                <a:spcPts val="738"/>
              </a:spcBef>
              <a:defRPr/>
            </a:lvl2pPr>
            <a:lvl3pPr algn="r">
              <a:spcBef>
                <a:spcPts val="738"/>
              </a:spcBef>
              <a:defRPr/>
            </a:lvl3pPr>
            <a:lvl4pPr algn="r">
              <a:spcBef>
                <a:spcPts val="738"/>
              </a:spcBef>
              <a:defRPr/>
            </a:lvl4pPr>
            <a:lvl5pPr algn="r"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50459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ble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65A0406-F46F-9A41-B773-EBB43C4022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68138" y="-2"/>
            <a:ext cx="4323862" cy="6858000"/>
          </a:xfrm>
          <a:custGeom>
            <a:avLst/>
            <a:gdLst>
              <a:gd name="connsiteX0" fmla="*/ 939800 w 3513138"/>
              <a:gd name="connsiteY0" fmla="*/ 0 h 6858000"/>
              <a:gd name="connsiteX1" fmla="*/ 3513138 w 3513138"/>
              <a:gd name="connsiteY1" fmla="*/ 0 h 6858000"/>
              <a:gd name="connsiteX2" fmla="*/ 3513138 w 3513138"/>
              <a:gd name="connsiteY2" fmla="*/ 6858000 h 6858000"/>
              <a:gd name="connsiteX3" fmla="*/ 0 w 35131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8" h="6858000">
                <a:moveTo>
                  <a:pt x="939800" y="0"/>
                </a:moveTo>
                <a:lnTo>
                  <a:pt x="3513138" y="0"/>
                </a:lnTo>
                <a:lnTo>
                  <a:pt x="3513138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vert="horz" wrap="square" lIns="0" tIns="0" rIns="0" bIns="0" rtlCol="0" anchor="ctr">
            <a:noAutofit/>
          </a:bodyPr>
          <a:lstStyle>
            <a:lvl1pPr>
              <a:defRPr lang="fr-FR"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 algn="ctr"/>
            <a:r>
              <a:rPr lang="fr-FR"/>
              <a:t>Cliquez sur l'icône pour ajouter une image</a:t>
            </a: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FDB77C8-973F-8543-A407-EF0C77E5D51E}"/>
              </a:ext>
            </a:extLst>
          </p:cNvPr>
          <p:cNvSpPr>
            <a:spLocks/>
          </p:cNvSpPr>
          <p:nvPr userDrawn="1"/>
        </p:nvSpPr>
        <p:spPr>
          <a:xfrm>
            <a:off x="7750907" y="-1"/>
            <a:ext cx="1281723" cy="6857999"/>
          </a:xfrm>
          <a:custGeom>
            <a:avLst/>
            <a:gdLst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0 w 1219200"/>
              <a:gd name="connsiteY6" fmla="*/ 6857999 h 6858000"/>
              <a:gd name="connsiteX7" fmla="*/ 114300 w 1219200"/>
              <a:gd name="connsiteY7" fmla="*/ 6857999 h 6858000"/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114300 w 1219200"/>
              <a:gd name="connsiteY6" fmla="*/ 6857999 h 6858000"/>
              <a:gd name="connsiteX7" fmla="*/ 1054100 w 1219200"/>
              <a:gd name="connsiteY7" fmla="*/ 0 h 6858000"/>
              <a:gd name="connsiteX0" fmla="*/ 939800 w 1104900"/>
              <a:gd name="connsiteY0" fmla="*/ 0 h 6858000"/>
              <a:gd name="connsiteX1" fmla="*/ 1041400 w 1104900"/>
              <a:gd name="connsiteY1" fmla="*/ 0 h 6858000"/>
              <a:gd name="connsiteX2" fmla="*/ 101600 w 1104900"/>
              <a:gd name="connsiteY2" fmla="*/ 6857999 h 6858000"/>
              <a:gd name="connsiteX3" fmla="*/ 1104900 w 1104900"/>
              <a:gd name="connsiteY3" fmla="*/ 6857999 h 6858000"/>
              <a:gd name="connsiteX4" fmla="*/ 1104900 w 1104900"/>
              <a:gd name="connsiteY4" fmla="*/ 6858000 h 6858000"/>
              <a:gd name="connsiteX5" fmla="*/ 0 w 1104900"/>
              <a:gd name="connsiteY5" fmla="*/ 6857999 h 6858000"/>
              <a:gd name="connsiteX6" fmla="*/ 939800 w 1104900"/>
              <a:gd name="connsiteY6" fmla="*/ 0 h 6858000"/>
              <a:gd name="connsiteX0" fmla="*/ 939800 w 1104900"/>
              <a:gd name="connsiteY0" fmla="*/ 0 h 6857999"/>
              <a:gd name="connsiteX1" fmla="*/ 1041400 w 1104900"/>
              <a:gd name="connsiteY1" fmla="*/ 0 h 6857999"/>
              <a:gd name="connsiteX2" fmla="*/ 101600 w 1104900"/>
              <a:gd name="connsiteY2" fmla="*/ 6857999 h 6857999"/>
              <a:gd name="connsiteX3" fmla="*/ 1104900 w 1104900"/>
              <a:gd name="connsiteY3" fmla="*/ 6857999 h 6857999"/>
              <a:gd name="connsiteX4" fmla="*/ 0 w 1104900"/>
              <a:gd name="connsiteY4" fmla="*/ 6857999 h 6857999"/>
              <a:gd name="connsiteX5" fmla="*/ 939800 w 1104900"/>
              <a:gd name="connsiteY5" fmla="*/ 0 h 6857999"/>
              <a:gd name="connsiteX0" fmla="*/ 939800 w 1041400"/>
              <a:gd name="connsiteY0" fmla="*/ 0 h 6857999"/>
              <a:gd name="connsiteX1" fmla="*/ 1041400 w 1041400"/>
              <a:gd name="connsiteY1" fmla="*/ 0 h 6857999"/>
              <a:gd name="connsiteX2" fmla="*/ 101600 w 1041400"/>
              <a:gd name="connsiteY2" fmla="*/ 6857999 h 6857999"/>
              <a:gd name="connsiteX3" fmla="*/ 0 w 1041400"/>
              <a:gd name="connsiteY3" fmla="*/ 6857999 h 6857999"/>
              <a:gd name="connsiteX4" fmla="*/ 939800 w 1041400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1400" h="6857999">
                <a:moveTo>
                  <a:pt x="939800" y="0"/>
                </a:moveTo>
                <a:lnTo>
                  <a:pt x="1041400" y="0"/>
                </a:lnTo>
                <a:lnTo>
                  <a:pt x="101600" y="6857999"/>
                </a:lnTo>
                <a:lnTo>
                  <a:pt x="0" y="6857999"/>
                </a:lnTo>
                <a:lnTo>
                  <a:pt x="939800" y="0"/>
                </a:lnTo>
                <a:close/>
              </a:path>
            </a:pathLst>
          </a:cu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2133601" y="1485900"/>
            <a:ext cx="5638800" cy="1162051"/>
          </a:xfrm>
          <a:prstGeom prst="rect">
            <a:avLst/>
          </a:prstGeom>
        </p:spPr>
        <p:txBody>
          <a:bodyPr lIns="0" tIns="0" rIns="0" bIns="50800" anchor="b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11" name="Graphic 28 format margin gutterc">
            <a:extLst>
              <a:ext uri="{FF2B5EF4-FFF2-40B4-BE49-F238E27FC236}">
                <a16:creationId xmlns:a16="http://schemas.microsoft.com/office/drawing/2014/main" id="{0C79A15A-0F45-A847-A578-3BA4270A7EE4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9" name="Text Placeholder 3 format margin gutterc">
            <a:extLst>
              <a:ext uri="{FF2B5EF4-FFF2-40B4-BE49-F238E27FC236}">
                <a16:creationId xmlns:a16="http://schemas.microsoft.com/office/drawing/2014/main" id="{0F04FDFA-41FD-124E-994E-9DAC3D60E1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33601" y="2847975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/>
            </a:lvl1pPr>
            <a:lvl2pPr>
              <a:spcBef>
                <a:spcPts val="738"/>
              </a:spcBef>
              <a:defRPr/>
            </a:lvl2pPr>
            <a:lvl3pPr>
              <a:spcBef>
                <a:spcPts val="738"/>
              </a:spcBef>
              <a:defRPr/>
            </a:lvl3pPr>
            <a:lvl4pPr>
              <a:spcBef>
                <a:spcPts val="738"/>
              </a:spcBef>
              <a:defRPr/>
            </a:lvl4pPr>
            <a:lvl5pPr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Text Placeholder 3 format margin gutterc">
            <a:extLst>
              <a:ext uri="{FF2B5EF4-FFF2-40B4-BE49-F238E27FC236}">
                <a16:creationId xmlns:a16="http://schemas.microsoft.com/office/drawing/2014/main" id="{FE5A3661-2706-3248-9BDA-843C7DA8FE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9200" y="1485900"/>
            <a:ext cx="609600" cy="1162052"/>
          </a:xfrm>
        </p:spPr>
        <p:txBody>
          <a:bodyPr lIns="0" tIns="152400" rIns="0" bIns="0"/>
          <a:lstStyle>
            <a:lvl1pPr algn="r">
              <a:lnSpc>
                <a:spcPct val="100000"/>
              </a:lnSpc>
              <a:spcBef>
                <a:spcPts val="0"/>
              </a:spcBef>
              <a:defRPr sz="8862" b="1" i="0">
                <a:solidFill>
                  <a:schemeClr val="accent1"/>
                </a:solidFill>
                <a:latin typeface="Arial Nova Condensed" panose="020B0506020202020204" pitchFamily="34" charset="0"/>
              </a:defRPr>
            </a:lvl1pPr>
            <a:lvl2pPr algn="r">
              <a:spcBef>
                <a:spcPts val="738"/>
              </a:spcBef>
              <a:defRPr/>
            </a:lvl2pPr>
            <a:lvl3pPr algn="r">
              <a:spcBef>
                <a:spcPts val="738"/>
              </a:spcBef>
              <a:defRPr/>
            </a:lvl3pPr>
            <a:lvl4pPr algn="r">
              <a:spcBef>
                <a:spcPts val="738"/>
              </a:spcBef>
              <a:defRPr/>
            </a:lvl4pPr>
            <a:lvl5pPr algn="r"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675743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lan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98757800-BBD7-C542-B233-46880F1C7C41}"/>
              </a:ext>
            </a:extLst>
          </p:cNvPr>
          <p:cNvSpPr>
            <a:spLocks/>
          </p:cNvSpPr>
          <p:nvPr userDrawn="1"/>
        </p:nvSpPr>
        <p:spPr>
          <a:xfrm>
            <a:off x="3120293" y="-1"/>
            <a:ext cx="1281723" cy="6857999"/>
          </a:xfrm>
          <a:custGeom>
            <a:avLst/>
            <a:gdLst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0 w 1219200"/>
              <a:gd name="connsiteY6" fmla="*/ 6857999 h 6858000"/>
              <a:gd name="connsiteX7" fmla="*/ 114300 w 1219200"/>
              <a:gd name="connsiteY7" fmla="*/ 6857999 h 6858000"/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114300 w 1219200"/>
              <a:gd name="connsiteY6" fmla="*/ 6857999 h 6858000"/>
              <a:gd name="connsiteX7" fmla="*/ 1054100 w 1219200"/>
              <a:gd name="connsiteY7" fmla="*/ 0 h 6858000"/>
              <a:gd name="connsiteX0" fmla="*/ 939800 w 1104900"/>
              <a:gd name="connsiteY0" fmla="*/ 0 h 6858000"/>
              <a:gd name="connsiteX1" fmla="*/ 1041400 w 1104900"/>
              <a:gd name="connsiteY1" fmla="*/ 0 h 6858000"/>
              <a:gd name="connsiteX2" fmla="*/ 101600 w 1104900"/>
              <a:gd name="connsiteY2" fmla="*/ 6857999 h 6858000"/>
              <a:gd name="connsiteX3" fmla="*/ 1104900 w 1104900"/>
              <a:gd name="connsiteY3" fmla="*/ 6857999 h 6858000"/>
              <a:gd name="connsiteX4" fmla="*/ 1104900 w 1104900"/>
              <a:gd name="connsiteY4" fmla="*/ 6858000 h 6858000"/>
              <a:gd name="connsiteX5" fmla="*/ 0 w 1104900"/>
              <a:gd name="connsiteY5" fmla="*/ 6857999 h 6858000"/>
              <a:gd name="connsiteX6" fmla="*/ 939800 w 1104900"/>
              <a:gd name="connsiteY6" fmla="*/ 0 h 6858000"/>
              <a:gd name="connsiteX0" fmla="*/ 939800 w 1104900"/>
              <a:gd name="connsiteY0" fmla="*/ 0 h 6857999"/>
              <a:gd name="connsiteX1" fmla="*/ 1041400 w 1104900"/>
              <a:gd name="connsiteY1" fmla="*/ 0 h 6857999"/>
              <a:gd name="connsiteX2" fmla="*/ 101600 w 1104900"/>
              <a:gd name="connsiteY2" fmla="*/ 6857999 h 6857999"/>
              <a:gd name="connsiteX3" fmla="*/ 1104900 w 1104900"/>
              <a:gd name="connsiteY3" fmla="*/ 6857999 h 6857999"/>
              <a:gd name="connsiteX4" fmla="*/ 0 w 1104900"/>
              <a:gd name="connsiteY4" fmla="*/ 6857999 h 6857999"/>
              <a:gd name="connsiteX5" fmla="*/ 939800 w 1104900"/>
              <a:gd name="connsiteY5" fmla="*/ 0 h 6857999"/>
              <a:gd name="connsiteX0" fmla="*/ 939800 w 1041400"/>
              <a:gd name="connsiteY0" fmla="*/ 0 h 6857999"/>
              <a:gd name="connsiteX1" fmla="*/ 1041400 w 1041400"/>
              <a:gd name="connsiteY1" fmla="*/ 0 h 6857999"/>
              <a:gd name="connsiteX2" fmla="*/ 101600 w 1041400"/>
              <a:gd name="connsiteY2" fmla="*/ 6857999 h 6857999"/>
              <a:gd name="connsiteX3" fmla="*/ 0 w 1041400"/>
              <a:gd name="connsiteY3" fmla="*/ 6857999 h 6857999"/>
              <a:gd name="connsiteX4" fmla="*/ 939800 w 1041400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1400" h="6857999">
                <a:moveTo>
                  <a:pt x="939800" y="0"/>
                </a:moveTo>
                <a:lnTo>
                  <a:pt x="1041400" y="0"/>
                </a:lnTo>
                <a:lnTo>
                  <a:pt x="101600" y="6857999"/>
                </a:lnTo>
                <a:lnTo>
                  <a:pt x="0" y="6857999"/>
                </a:lnTo>
                <a:lnTo>
                  <a:pt x="939800" y="0"/>
                </a:lnTo>
                <a:close/>
              </a:path>
            </a:pathLst>
          </a:cu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ED733986-7B1D-EF47-8386-49C08D62F4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323862" cy="6858000"/>
          </a:xfrm>
          <a:custGeom>
            <a:avLst/>
            <a:gdLst>
              <a:gd name="connsiteX0" fmla="*/ 0 w 3513138"/>
              <a:gd name="connsiteY0" fmla="*/ 0 h 6858000"/>
              <a:gd name="connsiteX1" fmla="*/ 3513138 w 3513138"/>
              <a:gd name="connsiteY1" fmla="*/ 0 h 6858000"/>
              <a:gd name="connsiteX2" fmla="*/ 2573338 w 3513138"/>
              <a:gd name="connsiteY2" fmla="*/ 6858000 h 6858000"/>
              <a:gd name="connsiteX3" fmla="*/ 0 w 35131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8" h="6858000">
                <a:moveTo>
                  <a:pt x="0" y="0"/>
                </a:moveTo>
                <a:lnTo>
                  <a:pt x="3513138" y="0"/>
                </a:lnTo>
                <a:lnTo>
                  <a:pt x="257333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ED6"/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fr-FR"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 algn="ctr"/>
            <a:r>
              <a:rPr lang="fr-FR"/>
              <a:t>Cliquez sur l'icône pour ajouter une image</a:t>
            </a:r>
          </a:p>
        </p:txBody>
      </p:sp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485900"/>
            <a:ext cx="5638800" cy="1162051"/>
          </a:xfrm>
          <a:prstGeom prst="rect">
            <a:avLst/>
          </a:prstGeom>
        </p:spPr>
        <p:txBody>
          <a:bodyPr lIns="0" tIns="0" rIns="0" bIns="50800" anchor="b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27" name="Graphic 28 format margin gutterc">
            <a:extLst>
              <a:ext uri="{FF2B5EF4-FFF2-40B4-BE49-F238E27FC236}">
                <a16:creationId xmlns:a16="http://schemas.microsoft.com/office/drawing/2014/main" id="{5AC8C489-7920-E246-9DDF-8FD71881F3E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9" name="Text Placeholder 3 format margin gutterc">
            <a:extLst>
              <a:ext uri="{FF2B5EF4-FFF2-40B4-BE49-F238E27FC236}">
                <a16:creationId xmlns:a16="http://schemas.microsoft.com/office/drawing/2014/main" id="{BB3CA717-BB0C-7E4F-B6CF-4C89B5A07C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99" y="2847975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>
                <a:solidFill>
                  <a:schemeClr val="accent3"/>
                </a:solidFill>
              </a:defRPr>
            </a:lvl1pPr>
            <a:lvl2pPr>
              <a:spcBef>
                <a:spcPts val="738"/>
              </a:spcBef>
              <a:defRPr>
                <a:solidFill>
                  <a:schemeClr val="accent3"/>
                </a:solidFill>
              </a:defRPr>
            </a:lvl2pPr>
            <a:lvl3pPr>
              <a:spcBef>
                <a:spcPts val="738"/>
              </a:spcBef>
              <a:defRPr>
                <a:solidFill>
                  <a:schemeClr val="accent3"/>
                </a:solidFill>
              </a:defRPr>
            </a:lvl3pPr>
            <a:lvl4pPr>
              <a:spcBef>
                <a:spcPts val="738"/>
              </a:spcBef>
              <a:defRPr>
                <a:solidFill>
                  <a:schemeClr val="accent3"/>
                </a:solidFill>
              </a:defRPr>
            </a:lvl4pPr>
            <a:lvl5pPr>
              <a:spcBef>
                <a:spcPts val="738"/>
              </a:spcBef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Text Placeholder 3 format margin gutterc">
            <a:extLst>
              <a:ext uri="{FF2B5EF4-FFF2-40B4-BE49-F238E27FC236}">
                <a16:creationId xmlns:a16="http://schemas.microsoft.com/office/drawing/2014/main" id="{9711D448-2844-434F-B0E8-B28D889DEB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5908" y="1485900"/>
            <a:ext cx="609600" cy="1162052"/>
          </a:xfrm>
        </p:spPr>
        <p:txBody>
          <a:bodyPr lIns="0" tIns="152400" rIns="0" bIns="0"/>
          <a:lstStyle>
            <a:lvl1pPr algn="r">
              <a:lnSpc>
                <a:spcPct val="100000"/>
              </a:lnSpc>
              <a:spcBef>
                <a:spcPts val="0"/>
              </a:spcBef>
              <a:defRPr sz="8862" b="1" i="0">
                <a:solidFill>
                  <a:schemeClr val="accent1"/>
                </a:solidFill>
                <a:latin typeface="Arial Nova Condensed" panose="020B0506020202020204" pitchFamily="34" charset="0"/>
              </a:defRPr>
            </a:lvl1pPr>
            <a:lvl2pPr algn="r">
              <a:spcBef>
                <a:spcPts val="738"/>
              </a:spcBef>
              <a:defRPr/>
            </a:lvl2pPr>
            <a:lvl3pPr algn="r">
              <a:spcBef>
                <a:spcPts val="738"/>
              </a:spcBef>
              <a:defRPr/>
            </a:lvl3pPr>
            <a:lvl4pPr algn="r">
              <a:spcBef>
                <a:spcPts val="738"/>
              </a:spcBef>
              <a:defRPr/>
            </a:lvl4pPr>
            <a:lvl5pPr algn="r"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9371494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0 format margin gutterc"/>
          <p:cNvSpPr>
            <a:spLocks noGrp="1"/>
          </p:cNvSpPr>
          <p:nvPr>
            <p:ph type="title"/>
          </p:nvPr>
        </p:nvSpPr>
        <p:spPr>
          <a:xfrm>
            <a:off x="5595815" y="185740"/>
            <a:ext cx="5834185" cy="866775"/>
          </a:xfrm>
        </p:spPr>
        <p:txBody>
          <a:bodyPr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4" name="Text Placeholder 32 format margin gutterc">
            <a:extLst>
              <a:ext uri="{FF2B5EF4-FFF2-40B4-BE49-F238E27FC236}">
                <a16:creationId xmlns:a16="http://schemas.microsoft.com/office/drawing/2014/main" id="{FC2F0F64-22EC-5448-BF4A-AD7DE59BFA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26000" y="1557339"/>
            <a:ext cx="609600" cy="4679950"/>
          </a:xfrm>
          <a:noFill/>
        </p:spPr>
        <p:txBody>
          <a:bodyPr lIns="0" tIns="25400" rIns="0" bIns="0">
            <a:normAutofit/>
          </a:bodyPr>
          <a:lstStyle>
            <a:lvl1pPr marL="0" indent="0" algn="r">
              <a:lnSpc>
                <a:spcPct val="120000"/>
              </a:lnSpc>
              <a:spcBef>
                <a:spcPts val="2954"/>
              </a:spcBef>
              <a:spcAft>
                <a:spcPts val="0"/>
              </a:spcAft>
              <a:buSzPct val="148000"/>
              <a:buFontTx/>
              <a:buNone/>
              <a:defRPr sz="1231" b="1" i="0" baseline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 marL="5862" indent="0" algn="r">
              <a:lnSpc>
                <a:spcPct val="120000"/>
              </a:lnSpc>
              <a:spcBef>
                <a:spcPts val="2954"/>
              </a:spcBef>
              <a:buFontTx/>
              <a:buNone/>
              <a:defRPr sz="1231" b="1" i="0" baseline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 marL="0" indent="0" algn="r">
              <a:lnSpc>
                <a:spcPct val="120000"/>
              </a:lnSpc>
              <a:spcBef>
                <a:spcPts val="2954"/>
              </a:spcBef>
              <a:buFontTx/>
              <a:buNone/>
              <a:defRPr sz="1231" b="1" i="0" baseline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 marL="0" indent="0" algn="r">
              <a:lnSpc>
                <a:spcPct val="120000"/>
              </a:lnSpc>
              <a:spcBef>
                <a:spcPts val="2954"/>
              </a:spcBef>
              <a:buFontTx/>
              <a:buNone/>
              <a:defRPr sz="1231" b="1" i="0" baseline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 marL="0" indent="0" algn="r">
              <a:lnSpc>
                <a:spcPct val="120000"/>
              </a:lnSpc>
              <a:spcBef>
                <a:spcPts val="2954"/>
              </a:spcBef>
              <a:buFontTx/>
              <a:buNone/>
              <a:defRPr sz="1231" b="1" i="0" baseline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46BDBE4-FA19-2E4C-9A31-DA96536800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35601" y="1557338"/>
            <a:ext cx="5994399" cy="4679950"/>
          </a:xfrm>
          <a:solidFill>
            <a:schemeClr val="bg1"/>
          </a:solidFill>
        </p:spPr>
        <p:txBody>
          <a:bodyPr lIns="152400" tIns="25400" rIns="0" bIns="25400">
            <a:noAutofit/>
          </a:bodyPr>
          <a:lstStyle>
            <a:lvl1pPr>
              <a:lnSpc>
                <a:spcPct val="120000"/>
              </a:lnSpc>
              <a:spcBef>
                <a:spcPts val="2954"/>
              </a:spcBef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FF39C1-1F7B-7548-8F5A-72B8AF9F0FA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799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 format margin gutterc">
            <a:extLst>
              <a:ext uri="{FF2B5EF4-FFF2-40B4-BE49-F238E27FC236}">
                <a16:creationId xmlns:a16="http://schemas.microsoft.com/office/drawing/2014/main" id="{C93365D5-1A9B-004B-9F30-BA7A25A3A599}"/>
              </a:ext>
            </a:extLst>
          </p:cNvPr>
          <p:cNvCxnSpPr>
            <a:cxnSpLocks/>
          </p:cNvCxnSpPr>
          <p:nvPr userDrawn="1"/>
        </p:nvCxnSpPr>
        <p:spPr>
          <a:xfrm>
            <a:off x="806939" y="2105024"/>
            <a:ext cx="0" cy="2538413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 format margin gutterc">
            <a:extLst>
              <a:ext uri="{FF2B5EF4-FFF2-40B4-BE49-F238E27FC236}">
                <a16:creationId xmlns:a16="http://schemas.microsoft.com/office/drawing/2014/main" id="{453C6FA0-2EB7-D34B-A3B7-30144B508E2C}"/>
              </a:ext>
            </a:extLst>
          </p:cNvPr>
          <p:cNvCxnSpPr>
            <a:cxnSpLocks/>
          </p:cNvCxnSpPr>
          <p:nvPr userDrawn="1"/>
        </p:nvCxnSpPr>
        <p:spPr>
          <a:xfrm>
            <a:off x="2999535" y="2105024"/>
            <a:ext cx="0" cy="2538413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 format margin gutterc">
            <a:extLst>
              <a:ext uri="{FF2B5EF4-FFF2-40B4-BE49-F238E27FC236}">
                <a16:creationId xmlns:a16="http://schemas.microsoft.com/office/drawing/2014/main" id="{9F9E723A-0784-5147-8DB8-1F92DF315FA7}"/>
              </a:ext>
            </a:extLst>
          </p:cNvPr>
          <p:cNvCxnSpPr>
            <a:cxnSpLocks/>
          </p:cNvCxnSpPr>
          <p:nvPr userDrawn="1"/>
        </p:nvCxnSpPr>
        <p:spPr>
          <a:xfrm>
            <a:off x="5192130" y="2105024"/>
            <a:ext cx="0" cy="2538413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 format margin gutterc">
            <a:extLst>
              <a:ext uri="{FF2B5EF4-FFF2-40B4-BE49-F238E27FC236}">
                <a16:creationId xmlns:a16="http://schemas.microsoft.com/office/drawing/2014/main" id="{8FB00673-1CC2-744F-BCDC-F70E1248FABE}"/>
              </a:ext>
            </a:extLst>
          </p:cNvPr>
          <p:cNvCxnSpPr>
            <a:cxnSpLocks/>
          </p:cNvCxnSpPr>
          <p:nvPr userDrawn="1"/>
        </p:nvCxnSpPr>
        <p:spPr>
          <a:xfrm>
            <a:off x="7384726" y="2105024"/>
            <a:ext cx="0" cy="2538413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 format margin gutterc">
            <a:extLst>
              <a:ext uri="{FF2B5EF4-FFF2-40B4-BE49-F238E27FC236}">
                <a16:creationId xmlns:a16="http://schemas.microsoft.com/office/drawing/2014/main" id="{D944BDED-C6B4-6343-981D-219A9E72678A}"/>
              </a:ext>
            </a:extLst>
          </p:cNvPr>
          <p:cNvCxnSpPr>
            <a:cxnSpLocks/>
          </p:cNvCxnSpPr>
          <p:nvPr userDrawn="1"/>
        </p:nvCxnSpPr>
        <p:spPr>
          <a:xfrm>
            <a:off x="9577322" y="2105024"/>
            <a:ext cx="0" cy="2538413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32 format margin gutterc">
            <a:extLst>
              <a:ext uri="{FF2B5EF4-FFF2-40B4-BE49-F238E27FC236}">
                <a16:creationId xmlns:a16="http://schemas.microsoft.com/office/drawing/2014/main" id="{61DB9427-55F9-114C-B274-C62444AAA6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3281363"/>
            <a:ext cx="1875692" cy="2847975"/>
          </a:xfrm>
          <a:solidFill>
            <a:schemeClr val="bg1"/>
          </a:solidFill>
        </p:spPr>
        <p:txBody>
          <a:bodyPr lIns="0" tIns="0" rIns="0" bIns="0"/>
          <a:lstStyle>
            <a:lvl1pPr marL="177235" indent="-177235">
              <a:spcBef>
                <a:spcPts val="1477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1pPr>
            <a:lvl2pPr marL="354470" indent="-177235">
              <a:buClr>
                <a:schemeClr val="accent1"/>
              </a:buClr>
              <a:buSzPct val="100000"/>
              <a:buFont typeface="Wingdings" pitchFamily="2" charset="2"/>
              <a:buChar char="§"/>
              <a:defRPr sz="1231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2pPr>
            <a:lvl3pPr marL="531706" indent="-177235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231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3pPr>
            <a:lvl4pPr marL="708941" indent="-177235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231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4pPr>
            <a:lvl5pPr marL="886176" indent="-177235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231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5A8EEE-CB53-EC42-89A8-9324DAAB0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85740"/>
            <a:ext cx="10668000" cy="55721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6" name="Text Placeholder 32 format margin gutterc">
            <a:extLst>
              <a:ext uri="{FF2B5EF4-FFF2-40B4-BE49-F238E27FC236}">
                <a16:creationId xmlns:a16="http://schemas.microsoft.com/office/drawing/2014/main" id="{66A23A50-67B3-FF41-B3AB-7FC995BE93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60078" y="3281363"/>
            <a:ext cx="1875692" cy="2847975"/>
          </a:xfrm>
          <a:solidFill>
            <a:schemeClr val="bg1"/>
          </a:solidFill>
        </p:spPr>
        <p:txBody>
          <a:bodyPr lIns="0" tIns="0" rIns="0" bIns="0"/>
          <a:lstStyle>
            <a:lvl1pPr marL="177235" indent="-177235">
              <a:spcBef>
                <a:spcPts val="1477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1pPr>
            <a:lvl2pPr marL="354470" indent="-177235">
              <a:buClr>
                <a:schemeClr val="accent1"/>
              </a:buClr>
              <a:buSzPct val="100000"/>
              <a:buFont typeface="Wingdings" pitchFamily="2" charset="2"/>
              <a:buChar char="§"/>
              <a:defRPr sz="1231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2pPr>
            <a:lvl3pPr marL="531706" indent="-177235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231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3pPr>
            <a:lvl4pPr marL="708941" indent="-177235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231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4pPr>
            <a:lvl5pPr marL="886176" indent="-177235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231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7" name="Text Placeholder 32 format margin gutterc">
            <a:extLst>
              <a:ext uri="{FF2B5EF4-FFF2-40B4-BE49-F238E27FC236}">
                <a16:creationId xmlns:a16="http://schemas.microsoft.com/office/drawing/2014/main" id="{B6E28514-0950-3F45-A690-341457CDDD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8155" y="3281363"/>
            <a:ext cx="1875692" cy="2847975"/>
          </a:xfrm>
          <a:solidFill>
            <a:schemeClr val="bg1"/>
          </a:solidFill>
        </p:spPr>
        <p:txBody>
          <a:bodyPr lIns="0" tIns="0" rIns="0" bIns="0"/>
          <a:lstStyle>
            <a:lvl1pPr marL="177235" indent="-177235">
              <a:spcBef>
                <a:spcPts val="1477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1pPr>
            <a:lvl2pPr marL="354470" indent="-177235">
              <a:buClr>
                <a:schemeClr val="accent1"/>
              </a:buClr>
              <a:buSzPct val="100000"/>
              <a:buFont typeface="Wingdings" pitchFamily="2" charset="2"/>
              <a:buChar char="§"/>
              <a:defRPr sz="1231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2pPr>
            <a:lvl3pPr marL="531706" indent="-177235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231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3pPr>
            <a:lvl4pPr marL="708941" indent="-177235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231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4pPr>
            <a:lvl5pPr marL="886176" indent="-177235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231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8" name="Text Placeholder 32 format margin gutterc">
            <a:extLst>
              <a:ext uri="{FF2B5EF4-FFF2-40B4-BE49-F238E27FC236}">
                <a16:creationId xmlns:a16="http://schemas.microsoft.com/office/drawing/2014/main" id="{A0BD28E5-2A38-3646-B825-A7215C9A1D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56233" y="3281363"/>
            <a:ext cx="1875692" cy="2847975"/>
          </a:xfrm>
          <a:solidFill>
            <a:schemeClr val="bg1"/>
          </a:solidFill>
        </p:spPr>
        <p:txBody>
          <a:bodyPr lIns="0" tIns="0" rIns="0" bIns="0"/>
          <a:lstStyle>
            <a:lvl1pPr marL="177235" indent="-177235">
              <a:spcBef>
                <a:spcPts val="1477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1pPr>
            <a:lvl2pPr marL="354470" indent="-177235">
              <a:buClr>
                <a:schemeClr val="accent1"/>
              </a:buClr>
              <a:buSzPct val="100000"/>
              <a:buFont typeface="Wingdings" pitchFamily="2" charset="2"/>
              <a:buChar char="§"/>
              <a:defRPr sz="1231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2pPr>
            <a:lvl3pPr marL="531706" indent="-177235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231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3pPr>
            <a:lvl4pPr marL="708941" indent="-177235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231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4pPr>
            <a:lvl5pPr marL="886176" indent="-177235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231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Text Placeholder 32 format margin gutterc">
            <a:extLst>
              <a:ext uri="{FF2B5EF4-FFF2-40B4-BE49-F238E27FC236}">
                <a16:creationId xmlns:a16="http://schemas.microsoft.com/office/drawing/2014/main" id="{A3FA43F3-FAF2-5B44-ABA7-528791A2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54308" y="3281363"/>
            <a:ext cx="1875692" cy="2847975"/>
          </a:xfrm>
          <a:solidFill>
            <a:schemeClr val="bg1"/>
          </a:solidFill>
        </p:spPr>
        <p:txBody>
          <a:bodyPr lIns="0" tIns="0" rIns="0" bIns="0"/>
          <a:lstStyle>
            <a:lvl1pPr marL="177235" indent="-177235">
              <a:spcBef>
                <a:spcPts val="1477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1pPr>
            <a:lvl2pPr marL="354470" indent="-177235">
              <a:buClr>
                <a:schemeClr val="accent1"/>
              </a:buClr>
              <a:buSzPct val="100000"/>
              <a:buFont typeface="Wingdings" pitchFamily="2" charset="2"/>
              <a:buChar char="§"/>
              <a:defRPr sz="1231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2pPr>
            <a:lvl3pPr marL="531706" indent="-177235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231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3pPr>
            <a:lvl4pPr marL="708941" indent="-177235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231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4pPr>
            <a:lvl5pPr marL="886176" indent="-177235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231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7E682-5990-CB41-9798-18AFD6C0695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15" name="Text Placeholder 32 format margin gutterc">
            <a:extLst>
              <a:ext uri="{FF2B5EF4-FFF2-40B4-BE49-F238E27FC236}">
                <a16:creationId xmlns:a16="http://schemas.microsoft.com/office/drawing/2014/main" id="{43C16A23-0686-9447-8A69-BDC29D2960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42188" y="1919289"/>
            <a:ext cx="1695505" cy="557213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477"/>
              </a:spcBef>
              <a:spcAft>
                <a:spcPts val="0"/>
              </a:spcAft>
              <a:buClr>
                <a:schemeClr val="accent1"/>
              </a:buClr>
              <a:buSzPct val="14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 marL="177235" indent="0">
              <a:buClr>
                <a:schemeClr val="accent1"/>
              </a:buClr>
              <a:buSzPct val="10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 marL="35447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 marL="531706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 marL="708941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0" name="Oval 14 format margin gutterc">
            <a:extLst>
              <a:ext uri="{FF2B5EF4-FFF2-40B4-BE49-F238E27FC236}">
                <a16:creationId xmlns:a16="http://schemas.microsoft.com/office/drawing/2014/main" id="{C7A87944-41C2-0448-BC67-1A66487044AA}"/>
              </a:ext>
            </a:extLst>
          </p:cNvPr>
          <p:cNvSpPr>
            <a:spLocks/>
          </p:cNvSpPr>
          <p:nvPr userDrawn="1"/>
        </p:nvSpPr>
        <p:spPr>
          <a:xfrm>
            <a:off x="722924" y="1809154"/>
            <a:ext cx="152400" cy="309563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2215" b="1">
                <a:solidFill>
                  <a:srgbClr val="FF8200"/>
                </a:solidFill>
                <a:latin typeface="Arial Nova Condensed" panose="020B0506020202020204" pitchFamily="34" charset="0"/>
              </a:rPr>
              <a:t>1</a:t>
            </a:r>
          </a:p>
        </p:txBody>
      </p:sp>
      <p:sp>
        <p:nvSpPr>
          <p:cNvPr id="21" name="Oval 14 format margin gutterc">
            <a:extLst>
              <a:ext uri="{FF2B5EF4-FFF2-40B4-BE49-F238E27FC236}">
                <a16:creationId xmlns:a16="http://schemas.microsoft.com/office/drawing/2014/main" id="{319314F4-5C88-F448-9368-B6C2A8A39766}"/>
              </a:ext>
            </a:extLst>
          </p:cNvPr>
          <p:cNvSpPr>
            <a:spLocks/>
          </p:cNvSpPr>
          <p:nvPr userDrawn="1"/>
        </p:nvSpPr>
        <p:spPr>
          <a:xfrm>
            <a:off x="2921001" y="1809154"/>
            <a:ext cx="152400" cy="309563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2215" b="1">
                <a:solidFill>
                  <a:srgbClr val="FF8200"/>
                </a:solidFill>
                <a:latin typeface="Arial Nova Condensed" panose="020B0506020202020204" pitchFamily="34" charset="0"/>
              </a:rPr>
              <a:t>2</a:t>
            </a:r>
          </a:p>
        </p:txBody>
      </p:sp>
      <p:sp>
        <p:nvSpPr>
          <p:cNvPr id="22" name="Oval 14 format margin gutterc">
            <a:extLst>
              <a:ext uri="{FF2B5EF4-FFF2-40B4-BE49-F238E27FC236}">
                <a16:creationId xmlns:a16="http://schemas.microsoft.com/office/drawing/2014/main" id="{7309C92B-B90B-344E-9A20-7BA8825A79FE}"/>
              </a:ext>
            </a:extLst>
          </p:cNvPr>
          <p:cNvSpPr>
            <a:spLocks/>
          </p:cNvSpPr>
          <p:nvPr userDrawn="1"/>
        </p:nvSpPr>
        <p:spPr>
          <a:xfrm>
            <a:off x="5119079" y="1809154"/>
            <a:ext cx="152400" cy="309563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2215" b="1">
                <a:solidFill>
                  <a:srgbClr val="FF8200"/>
                </a:solidFill>
                <a:latin typeface="Arial Nova Condensed" panose="020B0506020202020204" pitchFamily="34" charset="0"/>
              </a:rPr>
              <a:t>3</a:t>
            </a:r>
          </a:p>
        </p:txBody>
      </p:sp>
      <p:sp>
        <p:nvSpPr>
          <p:cNvPr id="23" name="Oval 14 format margin gutterc">
            <a:extLst>
              <a:ext uri="{FF2B5EF4-FFF2-40B4-BE49-F238E27FC236}">
                <a16:creationId xmlns:a16="http://schemas.microsoft.com/office/drawing/2014/main" id="{7818C20E-F9FA-5F49-BF8A-DE1D7C3DCE02}"/>
              </a:ext>
            </a:extLst>
          </p:cNvPr>
          <p:cNvSpPr>
            <a:spLocks/>
          </p:cNvSpPr>
          <p:nvPr userDrawn="1"/>
        </p:nvSpPr>
        <p:spPr>
          <a:xfrm>
            <a:off x="7317156" y="1809154"/>
            <a:ext cx="152400" cy="309563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2215" b="1">
                <a:solidFill>
                  <a:srgbClr val="FF8200"/>
                </a:solidFill>
                <a:latin typeface="Arial Nova Condensed" panose="020B0506020202020204" pitchFamily="34" charset="0"/>
              </a:rPr>
              <a:t>4</a:t>
            </a:r>
          </a:p>
        </p:txBody>
      </p:sp>
      <p:sp>
        <p:nvSpPr>
          <p:cNvPr id="24" name="Oval 14 format margin gutterc">
            <a:extLst>
              <a:ext uri="{FF2B5EF4-FFF2-40B4-BE49-F238E27FC236}">
                <a16:creationId xmlns:a16="http://schemas.microsoft.com/office/drawing/2014/main" id="{902BE87A-F0D1-B645-A011-1C01A23CC6FD}"/>
              </a:ext>
            </a:extLst>
          </p:cNvPr>
          <p:cNvSpPr>
            <a:spLocks/>
          </p:cNvSpPr>
          <p:nvPr userDrawn="1"/>
        </p:nvSpPr>
        <p:spPr>
          <a:xfrm>
            <a:off x="9515231" y="1809154"/>
            <a:ext cx="152400" cy="309563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2215" b="1">
                <a:solidFill>
                  <a:srgbClr val="FF8200"/>
                </a:solidFill>
                <a:latin typeface="Arial Nova Condensed" panose="020B0506020202020204" pitchFamily="34" charset="0"/>
              </a:rPr>
              <a:t>5</a:t>
            </a:r>
          </a:p>
        </p:txBody>
      </p:sp>
      <p:sp>
        <p:nvSpPr>
          <p:cNvPr id="25" name="Text Placeholder 32 format margin gutterc">
            <a:extLst>
              <a:ext uri="{FF2B5EF4-FFF2-40B4-BE49-F238E27FC236}">
                <a16:creationId xmlns:a16="http://schemas.microsoft.com/office/drawing/2014/main" id="{C1E6551D-26AF-A14C-A41D-E3C0650CCD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143765" y="1919289"/>
            <a:ext cx="1695505" cy="557213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477"/>
              </a:spcBef>
              <a:spcAft>
                <a:spcPts val="0"/>
              </a:spcAft>
              <a:buClr>
                <a:schemeClr val="accent1"/>
              </a:buClr>
              <a:buSzPct val="14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 marL="177235" indent="0">
              <a:buClr>
                <a:schemeClr val="accent1"/>
              </a:buClr>
              <a:buSzPct val="10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 marL="35447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 marL="531706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 marL="708941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6" name="Text Placeholder 32 format margin gutterc">
            <a:extLst>
              <a:ext uri="{FF2B5EF4-FFF2-40B4-BE49-F238E27FC236}">
                <a16:creationId xmlns:a16="http://schemas.microsoft.com/office/drawing/2014/main" id="{AB639889-DD89-CD4A-9F9C-B3647EDB75D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45342" y="1919289"/>
            <a:ext cx="1695505" cy="557213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477"/>
              </a:spcBef>
              <a:spcAft>
                <a:spcPts val="0"/>
              </a:spcAft>
              <a:buClr>
                <a:schemeClr val="accent1"/>
              </a:buClr>
              <a:buSzPct val="14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 marL="177235" indent="0">
              <a:buClr>
                <a:schemeClr val="accent1"/>
              </a:buClr>
              <a:buSzPct val="10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 marL="35447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 marL="531706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 marL="708941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7" name="Text Placeholder 32 format margin gutterc">
            <a:extLst>
              <a:ext uri="{FF2B5EF4-FFF2-40B4-BE49-F238E27FC236}">
                <a16:creationId xmlns:a16="http://schemas.microsoft.com/office/drawing/2014/main" id="{05757AC1-D3D2-BB49-9F76-EA45E0CFFA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46918" y="1919289"/>
            <a:ext cx="1695505" cy="557213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477"/>
              </a:spcBef>
              <a:spcAft>
                <a:spcPts val="0"/>
              </a:spcAft>
              <a:buClr>
                <a:schemeClr val="accent1"/>
              </a:buClr>
              <a:buSzPct val="14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 marL="177235" indent="0">
              <a:buClr>
                <a:schemeClr val="accent1"/>
              </a:buClr>
              <a:buSzPct val="10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 marL="35447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 marL="531706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 marL="708941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8" name="Text Placeholder 32 format margin gutterc">
            <a:extLst>
              <a:ext uri="{FF2B5EF4-FFF2-40B4-BE49-F238E27FC236}">
                <a16:creationId xmlns:a16="http://schemas.microsoft.com/office/drawing/2014/main" id="{A7DB640B-BC56-D542-B2FC-59FC991121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748495" y="1919289"/>
            <a:ext cx="1695505" cy="557213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477"/>
              </a:spcBef>
              <a:spcAft>
                <a:spcPts val="0"/>
              </a:spcAft>
              <a:buClr>
                <a:schemeClr val="accent1"/>
              </a:buClr>
              <a:buSzPct val="14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 marL="177235" indent="0">
              <a:buClr>
                <a:schemeClr val="accent1"/>
              </a:buClr>
              <a:buSzPct val="10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 marL="35447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 marL="531706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 marL="708941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477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9" name="Text Placeholder 32 format margin gutterc">
            <a:extLst>
              <a:ext uri="{FF2B5EF4-FFF2-40B4-BE49-F238E27FC236}">
                <a16:creationId xmlns:a16="http://schemas.microsoft.com/office/drawing/2014/main" id="{E89C0FB9-6676-8341-B85C-126AA40B1A5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42188" y="2538415"/>
            <a:ext cx="1695505" cy="619125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477"/>
              </a:spcBef>
              <a:spcAft>
                <a:spcPts val="0"/>
              </a:spcAft>
              <a:buClr>
                <a:schemeClr val="accent1"/>
              </a:buClr>
              <a:buSzPct val="14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 marL="177235" indent="0">
              <a:buClr>
                <a:schemeClr val="accent1"/>
              </a:buClr>
              <a:buSzPct val="10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 marL="35447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 marL="531706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 marL="708941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0" name="Text Placeholder 32 format margin gutterc">
            <a:extLst>
              <a:ext uri="{FF2B5EF4-FFF2-40B4-BE49-F238E27FC236}">
                <a16:creationId xmlns:a16="http://schemas.microsoft.com/office/drawing/2014/main" id="{A560AC7C-6411-BA4C-9A90-78487932834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143765" y="2538415"/>
            <a:ext cx="1695505" cy="619125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477"/>
              </a:spcBef>
              <a:spcAft>
                <a:spcPts val="0"/>
              </a:spcAft>
              <a:buClr>
                <a:schemeClr val="accent1"/>
              </a:buClr>
              <a:buSzPct val="14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 marL="177235" indent="0">
              <a:buClr>
                <a:schemeClr val="accent1"/>
              </a:buClr>
              <a:buSzPct val="10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 marL="35447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 marL="531706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 marL="708941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1" name="Text Placeholder 32 format margin gutterc">
            <a:extLst>
              <a:ext uri="{FF2B5EF4-FFF2-40B4-BE49-F238E27FC236}">
                <a16:creationId xmlns:a16="http://schemas.microsoft.com/office/drawing/2014/main" id="{F84E0CDC-A9D8-C246-93DE-5D79E493C11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5342" y="2538415"/>
            <a:ext cx="1695505" cy="619125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477"/>
              </a:spcBef>
              <a:spcAft>
                <a:spcPts val="0"/>
              </a:spcAft>
              <a:buClr>
                <a:schemeClr val="accent1"/>
              </a:buClr>
              <a:buSzPct val="14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 marL="177235" indent="0">
              <a:buClr>
                <a:schemeClr val="accent1"/>
              </a:buClr>
              <a:buSzPct val="10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 marL="35447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 marL="531706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 marL="708941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2" name="Text Placeholder 32 format margin gutterc">
            <a:extLst>
              <a:ext uri="{FF2B5EF4-FFF2-40B4-BE49-F238E27FC236}">
                <a16:creationId xmlns:a16="http://schemas.microsoft.com/office/drawing/2014/main" id="{7650B78F-667D-7C46-983D-AA7EFB110B9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46918" y="2538415"/>
            <a:ext cx="1695505" cy="619125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477"/>
              </a:spcBef>
              <a:spcAft>
                <a:spcPts val="0"/>
              </a:spcAft>
              <a:buClr>
                <a:schemeClr val="accent1"/>
              </a:buClr>
              <a:buSzPct val="14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 marL="177235" indent="0">
              <a:buClr>
                <a:schemeClr val="accent1"/>
              </a:buClr>
              <a:buSzPct val="10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 marL="35447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 marL="531706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 marL="708941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3" name="Text Placeholder 32 format margin gutterc">
            <a:extLst>
              <a:ext uri="{FF2B5EF4-FFF2-40B4-BE49-F238E27FC236}">
                <a16:creationId xmlns:a16="http://schemas.microsoft.com/office/drawing/2014/main" id="{9F5F6093-D83D-494C-8AC1-25E1C5EA489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748495" y="2538415"/>
            <a:ext cx="1695505" cy="619125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477"/>
              </a:spcBef>
              <a:spcAft>
                <a:spcPts val="0"/>
              </a:spcAft>
              <a:buClr>
                <a:schemeClr val="accent1"/>
              </a:buClr>
              <a:buSzPct val="14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 marL="177235" indent="0">
              <a:buClr>
                <a:schemeClr val="accent1"/>
              </a:buClr>
              <a:buSzPct val="10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 marL="35447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 marL="531706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 marL="708941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31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055439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7" pos="60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 algn="ctr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77599" y="6477000"/>
            <a:ext cx="609600" cy="185738"/>
          </a:xfrm>
        </p:spPr>
        <p:txBody>
          <a:bodyPr/>
          <a:lstStyle>
            <a:lvl1pPr>
              <a:defRPr sz="1108"/>
            </a:lvl1pPr>
          </a:lstStyle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305058D-463E-3748-8449-0A1BD7C2D9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1" y="1557338"/>
            <a:ext cx="10668000" cy="467995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DD40177-174F-A448-9EAA-6A45833FD426}"/>
              </a:ext>
            </a:extLst>
          </p:cNvPr>
          <p:cNvSpPr/>
          <p:nvPr userDrawn="1"/>
        </p:nvSpPr>
        <p:spPr>
          <a:xfrm>
            <a:off x="3" y="2"/>
            <a:ext cx="367836" cy="981075"/>
          </a:xfrm>
          <a:custGeom>
            <a:avLst/>
            <a:gdLst>
              <a:gd name="connsiteX0" fmla="*/ 0 w 298867"/>
              <a:gd name="connsiteY0" fmla="*/ 0 h 981075"/>
              <a:gd name="connsiteX1" fmla="*/ 298867 w 298867"/>
              <a:gd name="connsiteY1" fmla="*/ 0 h 981075"/>
              <a:gd name="connsiteX2" fmla="*/ 147373 w 298867"/>
              <a:gd name="connsiteY2" fmla="*/ 981075 h 981075"/>
              <a:gd name="connsiteX3" fmla="*/ 0 w 298867"/>
              <a:gd name="connsiteY3" fmla="*/ 981075 h 98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867" h="981075">
                <a:moveTo>
                  <a:pt x="0" y="0"/>
                </a:moveTo>
                <a:lnTo>
                  <a:pt x="298867" y="0"/>
                </a:lnTo>
                <a:lnTo>
                  <a:pt x="147373" y="981075"/>
                </a:lnTo>
                <a:lnTo>
                  <a:pt x="0" y="98107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162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itre contenu 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0AFEB5-E5B4-2B45-8F14-A8F006A16D2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" y="0"/>
            <a:ext cx="1543538" cy="6858000"/>
          </a:xfrm>
          <a:custGeom>
            <a:avLst/>
            <a:gdLst>
              <a:gd name="connsiteX0" fmla="*/ 0 w 1254125"/>
              <a:gd name="connsiteY0" fmla="*/ 0 h 6858000"/>
              <a:gd name="connsiteX1" fmla="*/ 1254125 w 1254125"/>
              <a:gd name="connsiteY1" fmla="*/ 0 h 6858000"/>
              <a:gd name="connsiteX2" fmla="*/ 314325 w 1254125"/>
              <a:gd name="connsiteY2" fmla="*/ 6858000 h 6858000"/>
              <a:gd name="connsiteX3" fmla="*/ 0 w 125412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4125" h="6858000">
                <a:moveTo>
                  <a:pt x="0" y="0"/>
                </a:moveTo>
                <a:lnTo>
                  <a:pt x="1254125" y="0"/>
                </a:lnTo>
                <a:lnTo>
                  <a:pt x="31432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anchor="ctr">
            <a:noAutofit/>
          </a:bodyPr>
          <a:lstStyle>
            <a:lvl1pPr marL="0" indent="0" algn="ctr">
              <a:spcBef>
                <a:spcPts val="0"/>
              </a:spcBef>
              <a:defRPr sz="2954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 format margin gutterc"/>
          <p:cNvSpPr>
            <a:spLocks noGrp="1"/>
          </p:cNvSpPr>
          <p:nvPr>
            <p:ph type="title"/>
          </p:nvPr>
        </p:nvSpPr>
        <p:spPr>
          <a:xfrm>
            <a:off x="2133601" y="185740"/>
            <a:ext cx="9296400" cy="866775"/>
          </a:xfrm>
        </p:spPr>
        <p:txBody>
          <a:bodyPr/>
          <a:lstStyle>
            <a:lvl1pPr algn="l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Modifiez le style du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8" name="Text Placeholder 7 format margin gutterc">
            <a:extLst>
              <a:ext uri="{FF2B5EF4-FFF2-40B4-BE49-F238E27FC236}">
                <a16:creationId xmlns:a16="http://schemas.microsoft.com/office/drawing/2014/main" id="{8452ADAD-0420-0F49-8640-DF15CFC0ED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33601" y="1557339"/>
            <a:ext cx="9296400" cy="4679950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60702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titre contenu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F1ACEB0-93A8-334F-8FF1-D76EBCB75D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39138" cy="6858000"/>
          </a:xfrm>
          <a:custGeom>
            <a:avLst/>
            <a:gdLst>
              <a:gd name="connsiteX0" fmla="*/ 0 w 3606800"/>
              <a:gd name="connsiteY0" fmla="*/ 0 h 6858000"/>
              <a:gd name="connsiteX1" fmla="*/ 3606800 w 3606800"/>
              <a:gd name="connsiteY1" fmla="*/ 0 h 6858000"/>
              <a:gd name="connsiteX2" fmla="*/ 2667000 w 3606800"/>
              <a:gd name="connsiteY2" fmla="*/ 6858000 h 6858000"/>
              <a:gd name="connsiteX3" fmla="*/ 0 w 3606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6800" h="6858000">
                <a:moveTo>
                  <a:pt x="0" y="0"/>
                </a:moveTo>
                <a:lnTo>
                  <a:pt x="3606800" y="0"/>
                </a:lnTo>
                <a:lnTo>
                  <a:pt x="266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anchor="ctr">
            <a:noAutofit/>
          </a:bodyPr>
          <a:lstStyle>
            <a:lvl1pPr marL="0" indent="0" algn="ctr">
              <a:spcBef>
                <a:spcPts val="0"/>
              </a:spcBef>
              <a:defRPr sz="2954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2" y="185739"/>
            <a:ext cx="5638800" cy="866775"/>
          </a:xfrm>
        </p:spPr>
        <p:txBody>
          <a:bodyPr anchor="b"/>
          <a:lstStyle>
            <a:lvl1pPr algn="l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8" name="Text Placeholder 7 format margin gutterc">
            <a:extLst>
              <a:ext uri="{FF2B5EF4-FFF2-40B4-BE49-F238E27FC236}">
                <a16:creationId xmlns:a16="http://schemas.microsoft.com/office/drawing/2014/main" id="{8452ADAD-0420-0F49-8640-DF15CFC0ED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1" y="1547814"/>
            <a:ext cx="5638800" cy="4705350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20520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titre contenu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14EAB57-E76E-5945-B656-59C528783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39138" cy="6858000"/>
          </a:xfrm>
          <a:custGeom>
            <a:avLst/>
            <a:gdLst>
              <a:gd name="connsiteX0" fmla="*/ 0 w 3606800"/>
              <a:gd name="connsiteY0" fmla="*/ 0 h 6858000"/>
              <a:gd name="connsiteX1" fmla="*/ 3606800 w 3606800"/>
              <a:gd name="connsiteY1" fmla="*/ 0 h 6858000"/>
              <a:gd name="connsiteX2" fmla="*/ 2667000 w 3606800"/>
              <a:gd name="connsiteY2" fmla="*/ 6858000 h 6858000"/>
              <a:gd name="connsiteX3" fmla="*/ 0 w 3606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6800" h="6858000">
                <a:moveTo>
                  <a:pt x="0" y="0"/>
                </a:moveTo>
                <a:lnTo>
                  <a:pt x="3606800" y="0"/>
                </a:lnTo>
                <a:lnTo>
                  <a:pt x="266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anchor="ctr">
            <a:noAutofit/>
          </a:bodyPr>
          <a:lstStyle>
            <a:lvl1pPr marL="0" indent="0" algn="ctr">
              <a:spcBef>
                <a:spcPts val="0"/>
              </a:spcBef>
              <a:defRPr sz="2954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2" y="1362075"/>
            <a:ext cx="5638800" cy="1162051"/>
          </a:xfrm>
        </p:spPr>
        <p:txBody>
          <a:bodyPr anchor="b"/>
          <a:lstStyle>
            <a:lvl1pPr algn="l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7" name="Text Placeholder 6 format margin gutterc">
            <a:extLst>
              <a:ext uri="{FF2B5EF4-FFF2-40B4-BE49-F238E27FC236}">
                <a16:creationId xmlns:a16="http://schemas.microsoft.com/office/drawing/2014/main" id="{A4D0DB50-FB3B-2049-AB4D-FBA371BBF1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4002" y="2724150"/>
            <a:ext cx="5638800" cy="2414588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7020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2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AD2F41-1B46-5B4C-A293-EC1A9163A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" y="0"/>
            <a:ext cx="3829537" cy="6858000"/>
          </a:xfrm>
          <a:custGeom>
            <a:avLst/>
            <a:gdLst>
              <a:gd name="connsiteX0" fmla="*/ 0 w 3111499"/>
              <a:gd name="connsiteY0" fmla="*/ 0 h 6858000"/>
              <a:gd name="connsiteX1" fmla="*/ 3111499 w 3111499"/>
              <a:gd name="connsiteY1" fmla="*/ 0 h 6858000"/>
              <a:gd name="connsiteX2" fmla="*/ 2171699 w 3111499"/>
              <a:gd name="connsiteY2" fmla="*/ 6858000 h 6858000"/>
              <a:gd name="connsiteX3" fmla="*/ 0 w 31114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1499" h="6858000">
                <a:moveTo>
                  <a:pt x="0" y="0"/>
                </a:moveTo>
                <a:lnTo>
                  <a:pt x="3111499" y="0"/>
                </a:lnTo>
                <a:lnTo>
                  <a:pt x="217169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anchor="ctr">
            <a:noAutofit/>
          </a:bodyPr>
          <a:lstStyle>
            <a:lvl1pPr marL="0" indent="0" algn="ctr">
              <a:spcBef>
                <a:spcPts val="0"/>
              </a:spcBef>
              <a:defRPr sz="2954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 format margin gutterc"/>
          <p:cNvSpPr>
            <a:spLocks noGrp="1"/>
          </p:cNvSpPr>
          <p:nvPr>
            <p:ph type="title" hasCustomPrompt="1"/>
          </p:nvPr>
        </p:nvSpPr>
        <p:spPr>
          <a:xfrm>
            <a:off x="6705601" y="1362075"/>
            <a:ext cx="4267200" cy="1162051"/>
          </a:xfrm>
        </p:spPr>
        <p:txBody>
          <a:bodyPr anchor="b"/>
          <a:lstStyle>
            <a:lvl1pPr algn="l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7" name="Text Placeholder 6 format margin gutterc">
            <a:extLst>
              <a:ext uri="{FF2B5EF4-FFF2-40B4-BE49-F238E27FC236}">
                <a16:creationId xmlns:a16="http://schemas.microsoft.com/office/drawing/2014/main" id="{A4D0DB50-FB3B-2049-AB4D-FBA371BBF1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05601" y="2724150"/>
            <a:ext cx="4267200" cy="2414588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Freeform 10 format margin gutterc">
            <a:extLst>
              <a:ext uri="{FF2B5EF4-FFF2-40B4-BE49-F238E27FC236}">
                <a16:creationId xmlns:a16="http://schemas.microsoft.com/office/drawing/2014/main" id="{760D7687-CBD3-AD47-8AC6-959E900B5A3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133601" y="0"/>
            <a:ext cx="3442677" cy="6858000"/>
          </a:xfrm>
          <a:custGeom>
            <a:avLst/>
            <a:gdLst>
              <a:gd name="connsiteX0" fmla="*/ 939800 w 2797175"/>
              <a:gd name="connsiteY0" fmla="*/ 0 h 6858000"/>
              <a:gd name="connsiteX1" fmla="*/ 2797175 w 2797175"/>
              <a:gd name="connsiteY1" fmla="*/ 0 h 6858000"/>
              <a:gd name="connsiteX2" fmla="*/ 1857375 w 2797175"/>
              <a:gd name="connsiteY2" fmla="*/ 6858000 h 6858000"/>
              <a:gd name="connsiteX3" fmla="*/ 0 w 2797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7175" h="6858000">
                <a:moveTo>
                  <a:pt x="939800" y="0"/>
                </a:moveTo>
                <a:lnTo>
                  <a:pt x="2797175" y="0"/>
                </a:lnTo>
                <a:lnTo>
                  <a:pt x="18573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D579"/>
          </a:solidFill>
        </p:spPr>
        <p:txBody>
          <a:bodyPr wrap="square" anchor="ctr">
            <a:noAutofit/>
          </a:bodyPr>
          <a:lstStyle>
            <a:lvl1pPr marL="0" indent="0" algn="ctr">
              <a:spcBef>
                <a:spcPts val="0"/>
              </a:spcBef>
              <a:defRPr sz="2954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657442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g titre-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4BECB7D-4CAB-F247-8B01-04D8CFA591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0"/>
            <a:ext cx="8916846" cy="6858000"/>
          </a:xfrm>
          <a:custGeom>
            <a:avLst/>
            <a:gdLst>
              <a:gd name="connsiteX0" fmla="*/ 0 w 7244937"/>
              <a:gd name="connsiteY0" fmla="*/ 0 h 6858000"/>
              <a:gd name="connsiteX1" fmla="*/ 7244937 w 7244937"/>
              <a:gd name="connsiteY1" fmla="*/ 0 h 6858000"/>
              <a:gd name="connsiteX2" fmla="*/ 6305137 w 7244937"/>
              <a:gd name="connsiteY2" fmla="*/ 6858000 h 6858000"/>
              <a:gd name="connsiteX3" fmla="*/ 0 w 724493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44937" h="6858000">
                <a:moveTo>
                  <a:pt x="0" y="0"/>
                </a:moveTo>
                <a:lnTo>
                  <a:pt x="7244937" y="0"/>
                </a:lnTo>
                <a:lnTo>
                  <a:pt x="630513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anchor="ctr">
            <a:noAutofit/>
          </a:bodyPr>
          <a:lstStyle>
            <a:lvl1pPr algn="ctr">
              <a:defRPr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49C4209-9563-4746-8C16-9E04792AF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2862" y="-2"/>
            <a:ext cx="4439138" cy="6858002"/>
          </a:xfrm>
          <a:custGeom>
            <a:avLst/>
            <a:gdLst>
              <a:gd name="connsiteX0" fmla="*/ 0 w 3606800"/>
              <a:gd name="connsiteY0" fmla="*/ 0 h 6858002"/>
              <a:gd name="connsiteX1" fmla="*/ 1193800 w 3606800"/>
              <a:gd name="connsiteY1" fmla="*/ 0 h 6858002"/>
              <a:gd name="connsiteX2" fmla="*/ 1193800 w 3606800"/>
              <a:gd name="connsiteY2" fmla="*/ 2 h 6858002"/>
              <a:gd name="connsiteX3" fmla="*/ 3606800 w 3606800"/>
              <a:gd name="connsiteY3" fmla="*/ 2 h 6858002"/>
              <a:gd name="connsiteX4" fmla="*/ 3606800 w 3606800"/>
              <a:gd name="connsiteY4" fmla="*/ 6858002 h 6858002"/>
              <a:gd name="connsiteX5" fmla="*/ 2667000 w 3606800"/>
              <a:gd name="connsiteY5" fmla="*/ 6858002 h 6858002"/>
              <a:gd name="connsiteX6" fmla="*/ 1193800 w 3606800"/>
              <a:gd name="connsiteY6" fmla="*/ 6858002 h 6858002"/>
              <a:gd name="connsiteX7" fmla="*/ 425450 w 3606800"/>
              <a:gd name="connsiteY7" fmla="*/ 6858002 h 6858002"/>
              <a:gd name="connsiteX8" fmla="*/ 101600 w 3606800"/>
              <a:gd name="connsiteY8" fmla="*/ 6858002 h 6858002"/>
              <a:gd name="connsiteX9" fmla="*/ 1 w 3606800"/>
              <a:gd name="connsiteY9" fmla="*/ 6858002 h 6858002"/>
              <a:gd name="connsiteX10" fmla="*/ 939801 w 3606800"/>
              <a:gd name="connsiteY10" fmla="*/ 2 h 6858002"/>
              <a:gd name="connsiteX11" fmla="*/ 1 w 3606800"/>
              <a:gd name="connsiteY11" fmla="*/ 2 h 6858002"/>
              <a:gd name="connsiteX12" fmla="*/ 1 w 3606800"/>
              <a:gd name="connsiteY12" fmla="*/ 6858002 h 6858002"/>
              <a:gd name="connsiteX13" fmla="*/ 0 w 3606800"/>
              <a:gd name="connsiteY1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6800" h="6858002">
                <a:moveTo>
                  <a:pt x="0" y="0"/>
                </a:moveTo>
                <a:lnTo>
                  <a:pt x="1193800" y="0"/>
                </a:lnTo>
                <a:lnTo>
                  <a:pt x="1193800" y="2"/>
                </a:lnTo>
                <a:lnTo>
                  <a:pt x="3606800" y="2"/>
                </a:lnTo>
                <a:lnTo>
                  <a:pt x="3606800" y="6858002"/>
                </a:lnTo>
                <a:lnTo>
                  <a:pt x="2667000" y="6858002"/>
                </a:lnTo>
                <a:lnTo>
                  <a:pt x="1193800" y="6858002"/>
                </a:lnTo>
                <a:lnTo>
                  <a:pt x="425450" y="6858002"/>
                </a:lnTo>
                <a:lnTo>
                  <a:pt x="101600" y="6858002"/>
                </a:lnTo>
                <a:lnTo>
                  <a:pt x="1" y="6858002"/>
                </a:lnTo>
                <a:lnTo>
                  <a:pt x="939801" y="2"/>
                </a:lnTo>
                <a:lnTo>
                  <a:pt x="1" y="2"/>
                </a:lnTo>
                <a:lnTo>
                  <a:pt x="1" y="6858002"/>
                </a:lnTo>
                <a:lnTo>
                  <a:pt x="0" y="6858002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609600" tIns="304800" rIns="609600" bIns="304800" anchor="ctr">
            <a:noAutofit/>
          </a:bodyPr>
          <a:lstStyle>
            <a:lvl1pPr algn="r">
              <a:lnSpc>
                <a:spcPct val="100000"/>
              </a:lnSpc>
              <a:defRPr sz="2215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09BB29-86D9-0E4A-9D65-2F3D776091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650C051-3314-D242-AAEB-C050DF6D9FA4}" type="slidenum">
              <a:rPr lang="fr-FR" smtClean="0">
                <a:solidFill>
                  <a:srgbClr val="FFFFFF"/>
                </a:solidFill>
              </a:rPr>
              <a:pPr/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796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-g image-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B8AE6FE-5D8A-C747-B5CB-23CABDA88B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75153" y="0"/>
            <a:ext cx="8916847" cy="6858000"/>
          </a:xfrm>
          <a:custGeom>
            <a:avLst/>
            <a:gdLst>
              <a:gd name="connsiteX0" fmla="*/ 939800 w 7244938"/>
              <a:gd name="connsiteY0" fmla="*/ 0 h 6858000"/>
              <a:gd name="connsiteX1" fmla="*/ 7244938 w 7244938"/>
              <a:gd name="connsiteY1" fmla="*/ 0 h 6858000"/>
              <a:gd name="connsiteX2" fmla="*/ 7244938 w 7244938"/>
              <a:gd name="connsiteY2" fmla="*/ 6858000 h 6858000"/>
              <a:gd name="connsiteX3" fmla="*/ 0 w 72449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44938" h="6858000">
                <a:moveTo>
                  <a:pt x="939800" y="0"/>
                </a:moveTo>
                <a:lnTo>
                  <a:pt x="7244938" y="0"/>
                </a:lnTo>
                <a:lnTo>
                  <a:pt x="724493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anchor="ctr">
            <a:noAutofit/>
          </a:bodyPr>
          <a:lstStyle>
            <a:lvl1pPr algn="ctr">
              <a:defRPr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DA871A-C7B6-8347-A58C-F1E188A61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"/>
            <a:ext cx="4439138" cy="6858002"/>
          </a:xfrm>
          <a:custGeom>
            <a:avLst/>
            <a:gdLst>
              <a:gd name="connsiteX0" fmla="*/ 0 w 3606800"/>
              <a:gd name="connsiteY0" fmla="*/ 0 h 6858002"/>
              <a:gd name="connsiteX1" fmla="*/ 1193800 w 3606800"/>
              <a:gd name="connsiteY1" fmla="*/ 0 h 6858002"/>
              <a:gd name="connsiteX2" fmla="*/ 1193800 w 3606800"/>
              <a:gd name="connsiteY2" fmla="*/ 2 h 6858002"/>
              <a:gd name="connsiteX3" fmla="*/ 3606800 w 3606800"/>
              <a:gd name="connsiteY3" fmla="*/ 2 h 6858002"/>
              <a:gd name="connsiteX4" fmla="*/ 2667000 w 3606800"/>
              <a:gd name="connsiteY4" fmla="*/ 6858002 h 6858002"/>
              <a:gd name="connsiteX5" fmla="*/ 1193800 w 3606800"/>
              <a:gd name="connsiteY5" fmla="*/ 6858002 h 6858002"/>
              <a:gd name="connsiteX6" fmla="*/ 101600 w 3606800"/>
              <a:gd name="connsiteY6" fmla="*/ 6858002 h 6858002"/>
              <a:gd name="connsiteX7" fmla="*/ 0 w 3606800"/>
              <a:gd name="connsiteY7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06800" h="6858002">
                <a:moveTo>
                  <a:pt x="0" y="0"/>
                </a:moveTo>
                <a:lnTo>
                  <a:pt x="1193800" y="0"/>
                </a:lnTo>
                <a:lnTo>
                  <a:pt x="1193800" y="2"/>
                </a:lnTo>
                <a:lnTo>
                  <a:pt x="3606800" y="2"/>
                </a:lnTo>
                <a:lnTo>
                  <a:pt x="2667000" y="6858002"/>
                </a:lnTo>
                <a:lnTo>
                  <a:pt x="1193800" y="6858002"/>
                </a:lnTo>
                <a:lnTo>
                  <a:pt x="101600" y="6858002"/>
                </a:lnTo>
                <a:lnTo>
                  <a:pt x="0" y="6858002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609600" tIns="304800" rIns="609600" bIns="304800" anchor="ctr">
            <a:noAutofit/>
          </a:bodyPr>
          <a:lstStyle>
            <a:lvl1pPr algn="l">
              <a:lnSpc>
                <a:spcPct val="100000"/>
              </a:lnSpc>
              <a:defRPr sz="2215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09BB29-86D9-0E4A-9D65-2F3D776091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650C051-3314-D242-AAEB-C050DF6D9FA4}" type="slidenum">
              <a:rPr lang="fr-FR" smtClean="0">
                <a:solidFill>
                  <a:srgbClr val="FFFFFF"/>
                </a:solidFill>
              </a:rPr>
              <a:pPr/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04083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h titre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0CCEC92-62C7-1141-B6BE-D228B332312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"/>
            <a:ext cx="12192000" cy="5584413"/>
          </a:xfrm>
          <a:custGeom>
            <a:avLst/>
            <a:gdLst>
              <a:gd name="connsiteX0" fmla="*/ 0 w 9906000"/>
              <a:gd name="connsiteY0" fmla="*/ 0 h 5584413"/>
              <a:gd name="connsiteX1" fmla="*/ 9906000 w 9906000"/>
              <a:gd name="connsiteY1" fmla="*/ 0 h 5584413"/>
              <a:gd name="connsiteX2" fmla="*/ 9906000 w 9906000"/>
              <a:gd name="connsiteY2" fmla="*/ 4222338 h 5584413"/>
              <a:gd name="connsiteX3" fmla="*/ 0 w 9906000"/>
              <a:gd name="connsiteY3" fmla="*/ 5584413 h 5584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06000" h="5584413">
                <a:moveTo>
                  <a:pt x="0" y="0"/>
                </a:moveTo>
                <a:lnTo>
                  <a:pt x="9906000" y="0"/>
                </a:lnTo>
                <a:lnTo>
                  <a:pt x="9906000" y="4222338"/>
                </a:lnTo>
                <a:lnTo>
                  <a:pt x="0" y="5584413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anchor="ctr">
            <a:noAutofit/>
          </a:bodyPr>
          <a:lstStyle>
            <a:lvl1pPr algn="ctr">
              <a:defRPr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F627683-6FC3-7E42-897A-2F3C79CEC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16400"/>
            <a:ext cx="12192000" cy="2641600"/>
          </a:xfrm>
          <a:custGeom>
            <a:avLst/>
            <a:gdLst>
              <a:gd name="connsiteX0" fmla="*/ 9906000 w 9906000"/>
              <a:gd name="connsiteY0" fmla="*/ 0 h 2641600"/>
              <a:gd name="connsiteX1" fmla="*/ 9906000 w 9906000"/>
              <a:gd name="connsiteY1" fmla="*/ 2641600 h 2641600"/>
              <a:gd name="connsiteX2" fmla="*/ 0 w 9906000"/>
              <a:gd name="connsiteY2" fmla="*/ 2641600 h 2641600"/>
              <a:gd name="connsiteX3" fmla="*/ 0 w 9906000"/>
              <a:gd name="connsiteY3" fmla="*/ 1362075 h 264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06000" h="2641600">
                <a:moveTo>
                  <a:pt x="9906000" y="0"/>
                </a:moveTo>
                <a:lnTo>
                  <a:pt x="9906000" y="2641600"/>
                </a:lnTo>
                <a:lnTo>
                  <a:pt x="0" y="2641600"/>
                </a:lnTo>
                <a:lnTo>
                  <a:pt x="0" y="1362075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609600" tIns="1574800" rIns="609600" bIns="609600" anchor="b">
            <a:noAutofit/>
          </a:bodyPr>
          <a:lstStyle>
            <a:lvl1pPr algn="r">
              <a:lnSpc>
                <a:spcPct val="100000"/>
              </a:lnSpc>
              <a:defRPr sz="2215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09BB29-86D9-0E4A-9D65-2F3D776091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650C051-3314-D242-AAEB-C050DF6D9FA4}" type="slidenum">
              <a:rPr lang="fr-FR" smtClean="0">
                <a:solidFill>
                  <a:srgbClr val="FFFFFF"/>
                </a:solidFill>
              </a:rPr>
              <a:pPr/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663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-h image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8120566-290B-E94A-A38B-B5ED13EBCFC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73589"/>
            <a:ext cx="12192000" cy="5584413"/>
          </a:xfrm>
          <a:custGeom>
            <a:avLst/>
            <a:gdLst>
              <a:gd name="connsiteX0" fmla="*/ 9906000 w 9906000"/>
              <a:gd name="connsiteY0" fmla="*/ 0 h 5584413"/>
              <a:gd name="connsiteX1" fmla="*/ 9906000 w 9906000"/>
              <a:gd name="connsiteY1" fmla="*/ 5584413 h 5584413"/>
              <a:gd name="connsiteX2" fmla="*/ 0 w 9906000"/>
              <a:gd name="connsiteY2" fmla="*/ 5584413 h 5584413"/>
              <a:gd name="connsiteX3" fmla="*/ 0 w 9906000"/>
              <a:gd name="connsiteY3" fmla="*/ 1362075 h 5584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06000" h="5584413">
                <a:moveTo>
                  <a:pt x="9906000" y="0"/>
                </a:moveTo>
                <a:lnTo>
                  <a:pt x="9906000" y="5584413"/>
                </a:lnTo>
                <a:lnTo>
                  <a:pt x="0" y="5584413"/>
                </a:lnTo>
                <a:lnTo>
                  <a:pt x="0" y="1362075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anchor="ctr">
            <a:noAutofit/>
          </a:bodyPr>
          <a:lstStyle>
            <a:lvl1pPr algn="ctr">
              <a:defRPr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09BB29-86D9-0E4A-9D65-2F3D776091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650C051-3314-D242-AAEB-C050DF6D9FA4}" type="slidenum">
              <a:rPr lang="fr-FR" smtClean="0">
                <a:solidFill>
                  <a:srgbClr val="FFFFFF"/>
                </a:solidFill>
              </a:rPr>
              <a:pPr/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433C025-D062-174C-B972-52852060E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2641600"/>
          </a:xfrm>
          <a:custGeom>
            <a:avLst/>
            <a:gdLst>
              <a:gd name="connsiteX0" fmla="*/ 0 w 9906000"/>
              <a:gd name="connsiteY0" fmla="*/ 0 h 2641600"/>
              <a:gd name="connsiteX1" fmla="*/ 9906000 w 9906000"/>
              <a:gd name="connsiteY1" fmla="*/ 0 h 2641600"/>
              <a:gd name="connsiteX2" fmla="*/ 9906000 w 9906000"/>
              <a:gd name="connsiteY2" fmla="*/ 1284112 h 2641600"/>
              <a:gd name="connsiteX3" fmla="*/ 3 w 9906000"/>
              <a:gd name="connsiteY3" fmla="*/ 2641600 h 2641600"/>
              <a:gd name="connsiteX4" fmla="*/ 0 w 9906000"/>
              <a:gd name="connsiteY4" fmla="*/ 2641600 h 2641600"/>
              <a:gd name="connsiteX5" fmla="*/ 0 w 9906000"/>
              <a:gd name="connsiteY5" fmla="*/ 1727200 h 2641600"/>
              <a:gd name="connsiteX6" fmla="*/ 0 w 9906000"/>
              <a:gd name="connsiteY6" fmla="*/ 1362075 h 264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00" h="2641600">
                <a:moveTo>
                  <a:pt x="0" y="0"/>
                </a:moveTo>
                <a:lnTo>
                  <a:pt x="9906000" y="0"/>
                </a:lnTo>
                <a:lnTo>
                  <a:pt x="9906000" y="1284112"/>
                </a:lnTo>
                <a:lnTo>
                  <a:pt x="3" y="2641600"/>
                </a:lnTo>
                <a:lnTo>
                  <a:pt x="0" y="2641600"/>
                </a:lnTo>
                <a:lnTo>
                  <a:pt x="0" y="1727200"/>
                </a:lnTo>
                <a:lnTo>
                  <a:pt x="0" y="1362075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609600" tIns="609600" rIns="609600" bIns="1574800" anchor="t">
            <a:noAutofit/>
          </a:bodyPr>
          <a:lstStyle>
            <a:lvl1pPr algn="l">
              <a:lnSpc>
                <a:spcPct val="100000"/>
              </a:lnSpc>
              <a:defRPr sz="2215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932568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 format">
            <a:extLst>
              <a:ext uri="{FF2B5EF4-FFF2-40B4-BE49-F238E27FC236}">
                <a16:creationId xmlns:a16="http://schemas.microsoft.com/office/drawing/2014/main" id="{265859CB-C37C-1742-97FD-01F13AFC8CEB}"/>
              </a:ext>
            </a:extLst>
          </p:cNvPr>
          <p:cNvSpPr/>
          <p:nvPr userDrawn="1"/>
        </p:nvSpPr>
        <p:spPr>
          <a:xfrm>
            <a:off x="0" y="1795465"/>
            <a:ext cx="12192000" cy="32813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pic>
        <p:nvPicPr>
          <p:cNvPr id="31" name="cover-ornament format margin gutterc">
            <a:extLst>
              <a:ext uri="{FF2B5EF4-FFF2-40B4-BE49-F238E27FC236}">
                <a16:creationId xmlns:a16="http://schemas.microsoft.com/office/drawing/2014/main" id="{5B4E91F2-39ED-FA49-9C80-27B4DDCEC3D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 amt="2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1925639"/>
            <a:ext cx="3333750" cy="3033713"/>
          </a:xfrm>
          <a:prstGeom prst="rect">
            <a:avLst/>
          </a:prstGeom>
        </p:spPr>
      </p:pic>
      <p:sp>
        <p:nvSpPr>
          <p:cNvPr id="11" name="Freeform 17 format margin gutterc">
            <a:extLst>
              <a:ext uri="{FF2B5EF4-FFF2-40B4-BE49-F238E27FC236}">
                <a16:creationId xmlns:a16="http://schemas.microsoft.com/office/drawing/2014/main" id="{2EECA1CC-953B-6E47-B4EF-9BE2CA9399B4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620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2" name="Freeform 17 format margin gutterc">
            <a:extLst>
              <a:ext uri="{FF2B5EF4-FFF2-40B4-BE49-F238E27FC236}">
                <a16:creationId xmlns:a16="http://schemas.microsoft.com/office/drawing/2014/main" id="{4E442010-44B8-9A47-95FF-748F219C909E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25908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3" name="Freeform 17 format margin gutterc">
            <a:extLst>
              <a:ext uri="{FF2B5EF4-FFF2-40B4-BE49-F238E27FC236}">
                <a16:creationId xmlns:a16="http://schemas.microsoft.com/office/drawing/2014/main" id="{3FD7A1A6-F486-5640-B402-57DBE5F587BE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4196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4" name="Freeform 17 format margin gutterc">
            <a:extLst>
              <a:ext uri="{FF2B5EF4-FFF2-40B4-BE49-F238E27FC236}">
                <a16:creationId xmlns:a16="http://schemas.microsoft.com/office/drawing/2014/main" id="{D21DB537-3BDB-D949-ACFF-2D69AFFD8782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80772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 anchor="b"/>
          <a:lstStyle>
            <a:lvl1pPr algn="ctr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15" name="Freeform 17 format margin gutterc">
            <a:extLst>
              <a:ext uri="{FF2B5EF4-FFF2-40B4-BE49-F238E27FC236}">
                <a16:creationId xmlns:a16="http://schemas.microsoft.com/office/drawing/2014/main" id="{C8B33996-D2D7-4748-9B10-9F13CC5703B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2484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6" name="Freeform 17 format margin gutterc">
            <a:extLst>
              <a:ext uri="{FF2B5EF4-FFF2-40B4-BE49-F238E27FC236}">
                <a16:creationId xmlns:a16="http://schemas.microsoft.com/office/drawing/2014/main" id="{1DCC4865-0E77-3640-8B64-EE961744993B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99060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9" name="Content Placeholder 6 format margin gutterc">
            <a:extLst>
              <a:ext uri="{FF2B5EF4-FFF2-40B4-BE49-F238E27FC236}">
                <a16:creationId xmlns:a16="http://schemas.microsoft.com/office/drawing/2014/main" id="{BA92B959-A7D4-5F47-B4BA-331D99482BC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1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0" name="Content Placeholder 6 format margin gutterc">
            <a:extLst>
              <a:ext uri="{FF2B5EF4-FFF2-40B4-BE49-F238E27FC236}">
                <a16:creationId xmlns:a16="http://schemas.microsoft.com/office/drawing/2014/main" id="{EBB1DCF6-986C-7648-9B50-73A05AE6931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590800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1" name="Content Placeholder 6 format margin gutterc">
            <a:extLst>
              <a:ext uri="{FF2B5EF4-FFF2-40B4-BE49-F238E27FC236}">
                <a16:creationId xmlns:a16="http://schemas.microsoft.com/office/drawing/2014/main" id="{68475B63-D928-8C4A-AC48-14FB3BBDB5D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419599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2" name="Content Placeholder 6 format margin gutterc">
            <a:extLst>
              <a:ext uri="{FF2B5EF4-FFF2-40B4-BE49-F238E27FC236}">
                <a16:creationId xmlns:a16="http://schemas.microsoft.com/office/drawing/2014/main" id="{9AC8F2DF-5D23-9B48-8B24-1483A62E363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248398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3" name="Content Placeholder 6 format margin gutterc">
            <a:extLst>
              <a:ext uri="{FF2B5EF4-FFF2-40B4-BE49-F238E27FC236}">
                <a16:creationId xmlns:a16="http://schemas.microsoft.com/office/drawing/2014/main" id="{C9468E61-67E7-9C48-82DC-4CC07F2A0F42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077196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4" name="Content Placeholder 6 format margin gutterc">
            <a:extLst>
              <a:ext uri="{FF2B5EF4-FFF2-40B4-BE49-F238E27FC236}">
                <a16:creationId xmlns:a16="http://schemas.microsoft.com/office/drawing/2014/main" id="{1AD07108-1C6D-FA43-BFB1-BC6D7C3FFED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9905995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5" name="Content Placeholder 6 format margin gutterc">
            <a:extLst>
              <a:ext uri="{FF2B5EF4-FFF2-40B4-BE49-F238E27FC236}">
                <a16:creationId xmlns:a16="http://schemas.microsoft.com/office/drawing/2014/main" id="{A62D0468-D860-A548-A221-FCA1783B5AC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620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6" name="Content Placeholder 6 format margin gutterc">
            <a:extLst>
              <a:ext uri="{FF2B5EF4-FFF2-40B4-BE49-F238E27FC236}">
                <a16:creationId xmlns:a16="http://schemas.microsoft.com/office/drawing/2014/main" id="{AA49DD3D-5335-1C49-88DC-F65190B6FCA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5908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7" name="Content Placeholder 6 format margin gutterc">
            <a:extLst>
              <a:ext uri="{FF2B5EF4-FFF2-40B4-BE49-F238E27FC236}">
                <a16:creationId xmlns:a16="http://schemas.microsoft.com/office/drawing/2014/main" id="{04390093-F449-A04E-837C-A1F39C13E00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4196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8" name="Content Placeholder 6 format margin gutterc">
            <a:extLst>
              <a:ext uri="{FF2B5EF4-FFF2-40B4-BE49-F238E27FC236}">
                <a16:creationId xmlns:a16="http://schemas.microsoft.com/office/drawing/2014/main" id="{CB59CAC3-6DC9-A540-8E99-AD02BFAD87F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2484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9" name="Content Placeholder 6 format margin gutterc">
            <a:extLst>
              <a:ext uri="{FF2B5EF4-FFF2-40B4-BE49-F238E27FC236}">
                <a16:creationId xmlns:a16="http://schemas.microsoft.com/office/drawing/2014/main" id="{A6B3AEBD-4CF0-7749-AFB7-09AE9433D1C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80772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30" name="Content Placeholder 6 format margin gutterc">
            <a:extLst>
              <a:ext uri="{FF2B5EF4-FFF2-40B4-BE49-F238E27FC236}">
                <a16:creationId xmlns:a16="http://schemas.microsoft.com/office/drawing/2014/main" id="{39707EEB-B7E2-C742-A1CB-5D23DD677D2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99060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9516739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 format margin gutterc">
            <a:extLst>
              <a:ext uri="{FF2B5EF4-FFF2-40B4-BE49-F238E27FC236}">
                <a16:creationId xmlns:a16="http://schemas.microsoft.com/office/drawing/2014/main" id="{CD6BDCBD-866E-6B4F-8A04-3689BE108620}"/>
              </a:ext>
            </a:extLst>
          </p:cNvPr>
          <p:cNvSpPr txBox="1"/>
          <p:nvPr userDrawn="1"/>
        </p:nvSpPr>
        <p:spPr>
          <a:xfrm>
            <a:off x="4876801" y="144650"/>
            <a:ext cx="6553200" cy="309563"/>
          </a:xfrm>
          <a:prstGeom prst="rect">
            <a:avLst/>
          </a:prstGeom>
          <a:noFill/>
        </p:spPr>
        <p:txBody>
          <a:bodyPr wrap="square" lIns="93785" tIns="93785" rIns="93785" bIns="93785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fr-FR" sz="1231" b="1">
                <a:solidFill>
                  <a:srgbClr val="00313F"/>
                </a:solidFill>
                <a:latin typeface="Arial Nova Condensed" panose="020B0506020202020204" pitchFamily="34" charset="0"/>
              </a:rPr>
              <a:t>Expériences significatives</a:t>
            </a:r>
          </a:p>
        </p:txBody>
      </p:sp>
      <p:sp>
        <p:nvSpPr>
          <p:cNvPr id="21" name="Rectangle 14 format margin gutterc">
            <a:extLst>
              <a:ext uri="{FF2B5EF4-FFF2-40B4-BE49-F238E27FC236}">
                <a16:creationId xmlns:a16="http://schemas.microsoft.com/office/drawing/2014/main" id="{216A2830-1885-8A46-A1B8-F526FF93374F}"/>
              </a:ext>
            </a:extLst>
          </p:cNvPr>
          <p:cNvSpPr/>
          <p:nvPr userDrawn="1"/>
        </p:nvSpPr>
        <p:spPr>
          <a:xfrm>
            <a:off x="4876801" y="5660839"/>
            <a:ext cx="6553200" cy="10732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70000"/>
              </a:lnSpc>
            </a:pPr>
            <a:endParaRPr lang="fr-FR" sz="1477">
              <a:solidFill>
                <a:srgbClr val="FFFFFF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1" name="Rectangle 3 format margin">
            <a:extLst>
              <a:ext uri="{FF2B5EF4-FFF2-40B4-BE49-F238E27FC236}">
                <a16:creationId xmlns:a16="http://schemas.microsoft.com/office/drawing/2014/main" id="{19DCBC0E-D634-F54F-97B8-A92F916EE8ED}"/>
              </a:ext>
            </a:extLst>
          </p:cNvPr>
          <p:cNvSpPr/>
          <p:nvPr userDrawn="1"/>
        </p:nvSpPr>
        <p:spPr>
          <a:xfrm>
            <a:off x="609601" y="0"/>
            <a:ext cx="4114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pic>
        <p:nvPicPr>
          <p:cNvPr id="33" name="cover-ornament format margin gutterc">
            <a:extLst>
              <a:ext uri="{FF2B5EF4-FFF2-40B4-BE49-F238E27FC236}">
                <a16:creationId xmlns:a16="http://schemas.microsoft.com/office/drawing/2014/main" id="{B71834C8-3C80-7A4B-B135-E12F8C1C5E19}"/>
              </a:ext>
            </a:extLst>
          </p:cNvPr>
          <p:cNvPicPr>
            <a:picLocks/>
          </p:cNvPicPr>
          <p:nvPr userDrawn="1"/>
        </p:nvPicPr>
        <p:blipFill>
          <a:blip cstate="print">
            <a:alphaModFix amt="2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34001" y="144649"/>
            <a:ext cx="2466000" cy="246598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19" name="Content Placeholder 6 format margin gutterc">
            <a:extLst>
              <a:ext uri="{FF2B5EF4-FFF2-40B4-BE49-F238E27FC236}">
                <a16:creationId xmlns:a16="http://schemas.microsoft.com/office/drawing/2014/main" id="{BA92B959-A7D4-5F47-B4BA-331D99482BC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1" y="4148139"/>
            <a:ext cx="3810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5" name="Content Placeholder 6 format margin gutterc">
            <a:extLst>
              <a:ext uri="{FF2B5EF4-FFF2-40B4-BE49-F238E27FC236}">
                <a16:creationId xmlns:a16="http://schemas.microsoft.com/office/drawing/2014/main" id="{A62D0468-D860-A548-A221-FCA1783B5AC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62001" y="4767263"/>
            <a:ext cx="3810000" cy="14859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231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231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231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231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231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" name="Titre 1 format margin gutterc"/>
          <p:cNvSpPr>
            <a:spLocks noGrp="1"/>
          </p:cNvSpPr>
          <p:nvPr>
            <p:ph type="title" hasCustomPrompt="1"/>
          </p:nvPr>
        </p:nvSpPr>
        <p:spPr>
          <a:xfrm>
            <a:off x="762001" y="3529014"/>
            <a:ext cx="3810000" cy="619125"/>
          </a:xfrm>
        </p:spPr>
        <p:txBody>
          <a:bodyPr lIns="0" tIns="0" rIns="0" bIns="0" anchor="ctr">
            <a:normAutofit/>
          </a:bodyPr>
          <a:lstStyle>
            <a:lvl1pPr algn="ctr">
              <a:defRPr sz="2215" b="1" i="0">
                <a:solidFill>
                  <a:schemeClr val="bg1"/>
                </a:solidFill>
                <a:uFillTx/>
                <a:latin typeface="Arial Nova Condensed" panose="020B0506020202020204" pitchFamily="34" charset="0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32" name="Text Placeholder 7 format margin gutterc">
            <a:extLst>
              <a:ext uri="{FF2B5EF4-FFF2-40B4-BE49-F238E27FC236}">
                <a16:creationId xmlns:a16="http://schemas.microsoft.com/office/drawing/2014/main" id="{6C0EB681-2BED-464C-8537-0F482E2987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76801" y="619123"/>
            <a:ext cx="6553200" cy="4148138"/>
          </a:xfrm>
        </p:spPr>
        <p:txBody>
          <a:bodyPr lIns="76200" tIns="76200" rIns="76200" bIns="76200" anchor="t">
            <a:normAutofit/>
          </a:bodyPr>
          <a:lstStyle>
            <a:lvl1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1pPr>
            <a:lvl2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2pPr>
            <a:lvl3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3pPr>
            <a:lvl4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4pPr>
            <a:lvl5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grpSp>
        <p:nvGrpSpPr>
          <p:cNvPr id="4" name="Group 3 format margin gutterc">
            <a:extLst>
              <a:ext uri="{FF2B5EF4-FFF2-40B4-BE49-F238E27FC236}">
                <a16:creationId xmlns:a16="http://schemas.microsoft.com/office/drawing/2014/main" id="{263264AB-1798-734E-B2B0-B1C839EC105D}"/>
              </a:ext>
            </a:extLst>
          </p:cNvPr>
          <p:cNvGrpSpPr/>
          <p:nvPr userDrawn="1"/>
        </p:nvGrpSpPr>
        <p:grpSpPr>
          <a:xfrm>
            <a:off x="4876801" y="5351276"/>
            <a:ext cx="6553200" cy="309564"/>
            <a:chOff x="3962400" y="309563"/>
            <a:chExt cx="1609725" cy="309564"/>
          </a:xfrm>
        </p:grpSpPr>
        <p:sp>
          <p:nvSpPr>
            <p:cNvPr id="22" name="Rectangle 1 format margin gutterc">
              <a:extLst>
                <a:ext uri="{FF2B5EF4-FFF2-40B4-BE49-F238E27FC236}">
                  <a16:creationId xmlns:a16="http://schemas.microsoft.com/office/drawing/2014/main" id="{61F61A3B-5E69-6442-8896-FB160394E819}"/>
                </a:ext>
              </a:extLst>
            </p:cNvPr>
            <p:cNvSpPr/>
            <p:nvPr userDrawn="1"/>
          </p:nvSpPr>
          <p:spPr>
            <a:xfrm>
              <a:off x="3962400" y="309564"/>
              <a:ext cx="1609725" cy="30956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fr-FR" sz="2215" b="1">
                <a:solidFill>
                  <a:srgbClr val="FFFFFF"/>
                </a:solidFill>
                <a:latin typeface="Arial Nova Condensed" panose="020B0506020202020204" pitchFamily="34" charset="0"/>
              </a:endParaRPr>
            </a:p>
          </p:txBody>
        </p:sp>
        <p:sp>
          <p:nvSpPr>
            <p:cNvPr id="3" name="TextBox 2 format margin gutterc">
              <a:extLst>
                <a:ext uri="{FF2B5EF4-FFF2-40B4-BE49-F238E27FC236}">
                  <a16:creationId xmlns:a16="http://schemas.microsoft.com/office/drawing/2014/main" id="{00C9EC7A-4A5F-4C4C-A5EE-BD7ED5C7F3F8}"/>
                </a:ext>
              </a:extLst>
            </p:cNvPr>
            <p:cNvSpPr txBox="1"/>
            <p:nvPr userDrawn="1"/>
          </p:nvSpPr>
          <p:spPr>
            <a:xfrm>
              <a:off x="3962400" y="309563"/>
              <a:ext cx="1609725" cy="30956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fr-FR" sz="1231" b="1">
                  <a:solidFill>
                    <a:srgbClr val="FFFFFF"/>
                  </a:solidFill>
                  <a:latin typeface="Arial Nova Condensed" panose="020B0506020202020204" pitchFamily="34" charset="0"/>
                </a:rPr>
                <a:t>Compétences </a:t>
              </a:r>
            </a:p>
          </p:txBody>
        </p:sp>
      </p:grpSp>
      <p:sp>
        <p:nvSpPr>
          <p:cNvPr id="12" name="Text Placeholder 7 format margin gutterc">
            <a:extLst>
              <a:ext uri="{FF2B5EF4-FFF2-40B4-BE49-F238E27FC236}">
                <a16:creationId xmlns:a16="http://schemas.microsoft.com/office/drawing/2014/main" id="{A0E2CA01-8DA0-B840-8956-178889D6493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76807" y="5660839"/>
            <a:ext cx="6553200" cy="1052513"/>
          </a:xfrm>
        </p:spPr>
        <p:txBody>
          <a:bodyPr lIns="76200" tIns="76200" rIns="76200" bIns="76200" numCol="2" spcCol="360000" anchor="t"/>
          <a:lstStyle>
            <a:lvl1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6025450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ver-ornament format margin gutterc">
            <a:extLst>
              <a:ext uri="{FF2B5EF4-FFF2-40B4-BE49-F238E27FC236}">
                <a16:creationId xmlns:a16="http://schemas.microsoft.com/office/drawing/2014/main" id="{80F5F324-89D6-474D-8181-E7A80454C70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1912145"/>
            <a:ext cx="3335529" cy="3033713"/>
          </a:xfrm>
          <a:prstGeom prst="rect">
            <a:avLst/>
          </a:prstGeom>
        </p:spPr>
      </p:pic>
      <p:sp>
        <p:nvSpPr>
          <p:cNvPr id="14" name="Rectangle 3 format margin gutterc">
            <a:extLst>
              <a:ext uri="{FF2B5EF4-FFF2-40B4-BE49-F238E27FC236}">
                <a16:creationId xmlns:a16="http://schemas.microsoft.com/office/drawing/2014/main" id="{468487F4-25F4-5D45-9FE5-5B056167F99A}"/>
              </a:ext>
            </a:extLst>
          </p:cNvPr>
          <p:cNvSpPr/>
          <p:nvPr userDrawn="1"/>
        </p:nvSpPr>
        <p:spPr>
          <a:xfrm>
            <a:off x="3962402" y="0"/>
            <a:ext cx="2895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2" name="Title 1 format margin gutterc">
            <a:extLst>
              <a:ext uri="{FF2B5EF4-FFF2-40B4-BE49-F238E27FC236}">
                <a16:creationId xmlns:a16="http://schemas.microsoft.com/office/drawing/2014/main" id="{FE2EF98B-1ED3-C943-B7F1-8D78F0D28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476500"/>
            <a:ext cx="3352800" cy="866775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66E51A-88A9-F643-A1CC-A94E18174F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11" name="Picture Placeholder 2 format margin gutterc padding">
            <a:extLst>
              <a:ext uri="{FF2B5EF4-FFF2-40B4-BE49-F238E27FC236}">
                <a16:creationId xmlns:a16="http://schemas.microsoft.com/office/drawing/2014/main" id="{CAAE0AFF-8DDF-7849-9714-1BB0CCBEA8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91001" y="2438400"/>
            <a:ext cx="2438400" cy="1981200"/>
          </a:xfrm>
          <a:solidFill>
            <a:srgbClr val="FFFED6"/>
          </a:solidFill>
        </p:spPr>
        <p:txBody>
          <a:bodyPr anchor="ctr">
            <a:normAutofit/>
          </a:bodyPr>
          <a:lstStyle>
            <a:lvl1pPr algn="ctr">
              <a:defRPr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2" name="Text Placeholder 7 format margin gutterc">
            <a:extLst>
              <a:ext uri="{FF2B5EF4-FFF2-40B4-BE49-F238E27FC236}">
                <a16:creationId xmlns:a16="http://schemas.microsoft.com/office/drawing/2014/main" id="{41F2EBD5-FEEC-D040-A88D-FFD9A51FF5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91001" y="495300"/>
            <a:ext cx="2438400" cy="1733550"/>
          </a:xfrm>
        </p:spPr>
        <p:txBody>
          <a:bodyPr lIns="0" tIns="0" rIns="0" bIns="0" anchor="b"/>
          <a:lstStyle>
            <a:lvl1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2pPr>
            <a:lvl3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3pPr>
            <a:lvl4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4pPr>
            <a:lvl5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Text Placeholder 7 format margin gutterc">
            <a:extLst>
              <a:ext uri="{FF2B5EF4-FFF2-40B4-BE49-F238E27FC236}">
                <a16:creationId xmlns:a16="http://schemas.microsoft.com/office/drawing/2014/main" id="{334240BB-851A-DC43-8EE0-6C18AEBE62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1001" y="4643438"/>
            <a:ext cx="2438400" cy="1733550"/>
          </a:xfrm>
        </p:spPr>
        <p:txBody>
          <a:bodyPr lIns="0" tIns="0" rIns="0" bIns="0" anchor="t"/>
          <a:lstStyle>
            <a:lvl1pPr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2pPr>
            <a:lvl3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3pPr>
            <a:lvl4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4pPr>
            <a:lvl5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8582765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contenu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80E8C-3201-794D-AABE-3973BADAC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245739-7485-2E4C-9477-B542E1694D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4" name="Rounded Rectangle 4 format margin gutterc">
            <a:extLst>
              <a:ext uri="{FF2B5EF4-FFF2-40B4-BE49-F238E27FC236}">
                <a16:creationId xmlns:a16="http://schemas.microsoft.com/office/drawing/2014/main" id="{57BF1043-7551-8B45-8277-0B54EB0E1E21}"/>
              </a:ext>
            </a:extLst>
          </p:cNvPr>
          <p:cNvSpPr/>
          <p:nvPr userDrawn="1"/>
        </p:nvSpPr>
        <p:spPr>
          <a:xfrm>
            <a:off x="762000" y="3900489"/>
            <a:ext cx="3352800" cy="2352675"/>
          </a:xfrm>
          <a:prstGeom prst="roundRect">
            <a:avLst>
              <a:gd name="adj" fmla="val 112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5" name="Rounded Rectangle 4 format margin gutterc">
            <a:extLst>
              <a:ext uri="{FF2B5EF4-FFF2-40B4-BE49-F238E27FC236}">
                <a16:creationId xmlns:a16="http://schemas.microsoft.com/office/drawing/2014/main" id="{07A1255D-2586-B74C-9BC9-73BFCF8162E3}"/>
              </a:ext>
            </a:extLst>
          </p:cNvPr>
          <p:cNvSpPr/>
          <p:nvPr userDrawn="1"/>
        </p:nvSpPr>
        <p:spPr>
          <a:xfrm>
            <a:off x="8077200" y="3900489"/>
            <a:ext cx="3352800" cy="2352675"/>
          </a:xfrm>
          <a:prstGeom prst="roundRect">
            <a:avLst>
              <a:gd name="adj" fmla="val 112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6" name="Freeform 67 format margin gutterc">
            <a:extLst>
              <a:ext uri="{FF2B5EF4-FFF2-40B4-BE49-F238E27FC236}">
                <a16:creationId xmlns:a16="http://schemas.microsoft.com/office/drawing/2014/main" id="{B7B8611F-65E6-484A-80E3-524DB5E069B4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8077200" y="3900488"/>
            <a:ext cx="3352800" cy="457200"/>
          </a:xfrm>
          <a:custGeom>
            <a:avLst/>
            <a:gdLst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2724147 w 2730492"/>
              <a:gd name="connsiteY6" fmla="*/ 183354 h 450054"/>
              <a:gd name="connsiteX7" fmla="*/ 2628304 w 2730492"/>
              <a:gd name="connsiteY7" fmla="*/ 183354 h 450054"/>
              <a:gd name="connsiteX8" fmla="*/ 6342 w 2730492"/>
              <a:gd name="connsiteY8" fmla="*/ 0 h 450054"/>
              <a:gd name="connsiteX9" fmla="*/ 6342 w 2730492"/>
              <a:gd name="connsiteY9" fmla="*/ 183354 h 450054"/>
              <a:gd name="connsiteX10" fmla="*/ 0 w 2730492"/>
              <a:gd name="connsiteY10" fmla="*/ 183354 h 450054"/>
              <a:gd name="connsiteX11" fmla="*/ 0 w 2730492"/>
              <a:gd name="connsiteY11" fmla="*/ 403394 h 450054"/>
              <a:gd name="connsiteX12" fmla="*/ 46660 w 2730492"/>
              <a:gd name="connsiteY12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2724147 w 2730492"/>
              <a:gd name="connsiteY6" fmla="*/ 183354 h 450054"/>
              <a:gd name="connsiteX7" fmla="*/ 6342 w 2730492"/>
              <a:gd name="connsiteY7" fmla="*/ 0 h 450054"/>
              <a:gd name="connsiteX8" fmla="*/ 6342 w 2730492"/>
              <a:gd name="connsiteY8" fmla="*/ 183354 h 450054"/>
              <a:gd name="connsiteX9" fmla="*/ 0 w 2730492"/>
              <a:gd name="connsiteY9" fmla="*/ 183354 h 450054"/>
              <a:gd name="connsiteX10" fmla="*/ 0 w 2730492"/>
              <a:gd name="connsiteY10" fmla="*/ 403394 h 450054"/>
              <a:gd name="connsiteX11" fmla="*/ 46660 w 2730492"/>
              <a:gd name="connsiteY11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6342 w 2730492"/>
              <a:gd name="connsiteY6" fmla="*/ 0 h 450054"/>
              <a:gd name="connsiteX7" fmla="*/ 6342 w 2730492"/>
              <a:gd name="connsiteY7" fmla="*/ 183354 h 450054"/>
              <a:gd name="connsiteX8" fmla="*/ 0 w 2730492"/>
              <a:gd name="connsiteY8" fmla="*/ 183354 h 450054"/>
              <a:gd name="connsiteX9" fmla="*/ 0 w 2730492"/>
              <a:gd name="connsiteY9" fmla="*/ 403394 h 450054"/>
              <a:gd name="connsiteX10" fmla="*/ 46660 w 2730492"/>
              <a:gd name="connsiteY10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6342 w 2730492"/>
              <a:gd name="connsiteY5" fmla="*/ 0 h 450054"/>
              <a:gd name="connsiteX6" fmla="*/ 6342 w 2730492"/>
              <a:gd name="connsiteY6" fmla="*/ 183354 h 450054"/>
              <a:gd name="connsiteX7" fmla="*/ 0 w 2730492"/>
              <a:gd name="connsiteY7" fmla="*/ 183354 h 450054"/>
              <a:gd name="connsiteX8" fmla="*/ 0 w 2730492"/>
              <a:gd name="connsiteY8" fmla="*/ 403394 h 450054"/>
              <a:gd name="connsiteX9" fmla="*/ 46660 w 2730492"/>
              <a:gd name="connsiteY9" fmla="*/ 450054 h 450054"/>
              <a:gd name="connsiteX0" fmla="*/ 46660 w 2724147"/>
              <a:gd name="connsiteY0" fmla="*/ 450054 h 450054"/>
              <a:gd name="connsiteX1" fmla="*/ 2677487 w 2724147"/>
              <a:gd name="connsiteY1" fmla="*/ 450054 h 450054"/>
              <a:gd name="connsiteX2" fmla="*/ 2724147 w 2724147"/>
              <a:gd name="connsiteY2" fmla="*/ 403394 h 450054"/>
              <a:gd name="connsiteX3" fmla="*/ 2724147 w 2724147"/>
              <a:gd name="connsiteY3" fmla="*/ 190500 h 450054"/>
              <a:gd name="connsiteX4" fmla="*/ 6342 w 2724147"/>
              <a:gd name="connsiteY4" fmla="*/ 0 h 450054"/>
              <a:gd name="connsiteX5" fmla="*/ 6342 w 2724147"/>
              <a:gd name="connsiteY5" fmla="*/ 183354 h 450054"/>
              <a:gd name="connsiteX6" fmla="*/ 0 w 2724147"/>
              <a:gd name="connsiteY6" fmla="*/ 183354 h 450054"/>
              <a:gd name="connsiteX7" fmla="*/ 0 w 2724147"/>
              <a:gd name="connsiteY7" fmla="*/ 403394 h 450054"/>
              <a:gd name="connsiteX8" fmla="*/ 46660 w 2724147"/>
              <a:gd name="connsiteY8" fmla="*/ 450054 h 450054"/>
              <a:gd name="connsiteX0" fmla="*/ 46660 w 2727322"/>
              <a:gd name="connsiteY0" fmla="*/ 450054 h 450054"/>
              <a:gd name="connsiteX1" fmla="*/ 2677487 w 2727322"/>
              <a:gd name="connsiteY1" fmla="*/ 450054 h 450054"/>
              <a:gd name="connsiteX2" fmla="*/ 2724147 w 2727322"/>
              <a:gd name="connsiteY2" fmla="*/ 403394 h 450054"/>
              <a:gd name="connsiteX3" fmla="*/ 2727322 w 2727322"/>
              <a:gd name="connsiteY3" fmla="*/ 180975 h 450054"/>
              <a:gd name="connsiteX4" fmla="*/ 6342 w 2727322"/>
              <a:gd name="connsiteY4" fmla="*/ 0 h 450054"/>
              <a:gd name="connsiteX5" fmla="*/ 6342 w 2727322"/>
              <a:gd name="connsiteY5" fmla="*/ 183354 h 450054"/>
              <a:gd name="connsiteX6" fmla="*/ 0 w 2727322"/>
              <a:gd name="connsiteY6" fmla="*/ 183354 h 450054"/>
              <a:gd name="connsiteX7" fmla="*/ 0 w 2727322"/>
              <a:gd name="connsiteY7" fmla="*/ 403394 h 450054"/>
              <a:gd name="connsiteX8" fmla="*/ 46660 w 2727322"/>
              <a:gd name="connsiteY8" fmla="*/ 450054 h 450054"/>
              <a:gd name="connsiteX0" fmla="*/ 46660 w 2724287"/>
              <a:gd name="connsiteY0" fmla="*/ 450054 h 450054"/>
              <a:gd name="connsiteX1" fmla="*/ 2677487 w 2724287"/>
              <a:gd name="connsiteY1" fmla="*/ 450054 h 450054"/>
              <a:gd name="connsiteX2" fmla="*/ 2724147 w 2724287"/>
              <a:gd name="connsiteY2" fmla="*/ 403394 h 450054"/>
              <a:gd name="connsiteX3" fmla="*/ 2720972 w 2724287"/>
              <a:gd name="connsiteY3" fmla="*/ 171450 h 450054"/>
              <a:gd name="connsiteX4" fmla="*/ 6342 w 2724287"/>
              <a:gd name="connsiteY4" fmla="*/ 0 h 450054"/>
              <a:gd name="connsiteX5" fmla="*/ 6342 w 2724287"/>
              <a:gd name="connsiteY5" fmla="*/ 183354 h 450054"/>
              <a:gd name="connsiteX6" fmla="*/ 0 w 2724287"/>
              <a:gd name="connsiteY6" fmla="*/ 183354 h 450054"/>
              <a:gd name="connsiteX7" fmla="*/ 0 w 2724287"/>
              <a:gd name="connsiteY7" fmla="*/ 403394 h 450054"/>
              <a:gd name="connsiteX8" fmla="*/ 46660 w 2724287"/>
              <a:gd name="connsiteY8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6342 w 2724452"/>
              <a:gd name="connsiteY5" fmla="*/ 183354 h 450054"/>
              <a:gd name="connsiteX6" fmla="*/ 0 w 2724452"/>
              <a:gd name="connsiteY6" fmla="*/ 183354 h 450054"/>
              <a:gd name="connsiteX7" fmla="*/ 0 w 2724452"/>
              <a:gd name="connsiteY7" fmla="*/ 403394 h 450054"/>
              <a:gd name="connsiteX8" fmla="*/ 46660 w 2724452"/>
              <a:gd name="connsiteY8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6342 w 2724452"/>
              <a:gd name="connsiteY5" fmla="*/ 183354 h 450054"/>
              <a:gd name="connsiteX6" fmla="*/ 0 w 2724452"/>
              <a:gd name="connsiteY6" fmla="*/ 403394 h 450054"/>
              <a:gd name="connsiteX7" fmla="*/ 46660 w 2724452"/>
              <a:gd name="connsiteY7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0 w 2724452"/>
              <a:gd name="connsiteY5" fmla="*/ 403394 h 450054"/>
              <a:gd name="connsiteX6" fmla="*/ 46660 w 2724452"/>
              <a:gd name="connsiteY6" fmla="*/ 450054 h 450054"/>
              <a:gd name="connsiteX0" fmla="*/ 46660 w 2724452"/>
              <a:gd name="connsiteY0" fmla="*/ 453229 h 453229"/>
              <a:gd name="connsiteX1" fmla="*/ 2677487 w 2724452"/>
              <a:gd name="connsiteY1" fmla="*/ 453229 h 453229"/>
              <a:gd name="connsiteX2" fmla="*/ 2724147 w 2724452"/>
              <a:gd name="connsiteY2" fmla="*/ 406569 h 453229"/>
              <a:gd name="connsiteX3" fmla="*/ 2724147 w 2724452"/>
              <a:gd name="connsiteY3" fmla="*/ 168275 h 453229"/>
              <a:gd name="connsiteX4" fmla="*/ 3167 w 2724452"/>
              <a:gd name="connsiteY4" fmla="*/ 0 h 453229"/>
              <a:gd name="connsiteX5" fmla="*/ 0 w 2724452"/>
              <a:gd name="connsiteY5" fmla="*/ 406569 h 453229"/>
              <a:gd name="connsiteX6" fmla="*/ 46660 w 2724452"/>
              <a:gd name="connsiteY6" fmla="*/ 453229 h 453229"/>
              <a:gd name="connsiteX0" fmla="*/ 46971 w 2724763"/>
              <a:gd name="connsiteY0" fmla="*/ 456404 h 456404"/>
              <a:gd name="connsiteX1" fmla="*/ 2677798 w 2724763"/>
              <a:gd name="connsiteY1" fmla="*/ 456404 h 456404"/>
              <a:gd name="connsiteX2" fmla="*/ 2724458 w 2724763"/>
              <a:gd name="connsiteY2" fmla="*/ 409744 h 456404"/>
              <a:gd name="connsiteX3" fmla="*/ 2724458 w 2724763"/>
              <a:gd name="connsiteY3" fmla="*/ 171450 h 456404"/>
              <a:gd name="connsiteX4" fmla="*/ 303 w 2724763"/>
              <a:gd name="connsiteY4" fmla="*/ 0 h 456404"/>
              <a:gd name="connsiteX5" fmla="*/ 311 w 2724763"/>
              <a:gd name="connsiteY5" fmla="*/ 409744 h 456404"/>
              <a:gd name="connsiteX6" fmla="*/ 46971 w 2724763"/>
              <a:gd name="connsiteY6" fmla="*/ 456404 h 45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763" h="456404">
                <a:moveTo>
                  <a:pt x="46971" y="456404"/>
                </a:moveTo>
                <a:lnTo>
                  <a:pt x="2677798" y="456404"/>
                </a:lnTo>
                <a:cubicBezTo>
                  <a:pt x="2703568" y="456404"/>
                  <a:pt x="2724458" y="435514"/>
                  <a:pt x="2724458" y="409744"/>
                </a:cubicBezTo>
                <a:cubicBezTo>
                  <a:pt x="2725516" y="335604"/>
                  <a:pt x="2723400" y="245590"/>
                  <a:pt x="2724458" y="171450"/>
                </a:cubicBezTo>
                <a:lnTo>
                  <a:pt x="303" y="0"/>
                </a:lnTo>
                <a:cubicBezTo>
                  <a:pt x="-753" y="135523"/>
                  <a:pt x="1367" y="274221"/>
                  <a:pt x="311" y="409744"/>
                </a:cubicBezTo>
                <a:cubicBezTo>
                  <a:pt x="311" y="435514"/>
                  <a:pt x="21201" y="456404"/>
                  <a:pt x="46971" y="45640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7" name="Freeform 68 format margin gutterc">
            <a:extLst>
              <a:ext uri="{FF2B5EF4-FFF2-40B4-BE49-F238E27FC236}">
                <a16:creationId xmlns:a16="http://schemas.microsoft.com/office/drawing/2014/main" id="{A4668667-30BE-844F-B397-14E71FB7FEEE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62000" y="3900488"/>
            <a:ext cx="3352800" cy="457200"/>
          </a:xfrm>
          <a:custGeom>
            <a:avLst/>
            <a:gdLst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2724147 w 2730492"/>
              <a:gd name="connsiteY6" fmla="*/ 183354 h 450054"/>
              <a:gd name="connsiteX7" fmla="*/ 2628304 w 2730492"/>
              <a:gd name="connsiteY7" fmla="*/ 183354 h 450054"/>
              <a:gd name="connsiteX8" fmla="*/ 6342 w 2730492"/>
              <a:gd name="connsiteY8" fmla="*/ 0 h 450054"/>
              <a:gd name="connsiteX9" fmla="*/ 6342 w 2730492"/>
              <a:gd name="connsiteY9" fmla="*/ 183354 h 450054"/>
              <a:gd name="connsiteX10" fmla="*/ 0 w 2730492"/>
              <a:gd name="connsiteY10" fmla="*/ 183354 h 450054"/>
              <a:gd name="connsiteX11" fmla="*/ 0 w 2730492"/>
              <a:gd name="connsiteY11" fmla="*/ 403394 h 450054"/>
              <a:gd name="connsiteX12" fmla="*/ 46660 w 2730492"/>
              <a:gd name="connsiteY12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2724147 w 2730492"/>
              <a:gd name="connsiteY6" fmla="*/ 183354 h 450054"/>
              <a:gd name="connsiteX7" fmla="*/ 6342 w 2730492"/>
              <a:gd name="connsiteY7" fmla="*/ 0 h 450054"/>
              <a:gd name="connsiteX8" fmla="*/ 6342 w 2730492"/>
              <a:gd name="connsiteY8" fmla="*/ 183354 h 450054"/>
              <a:gd name="connsiteX9" fmla="*/ 0 w 2730492"/>
              <a:gd name="connsiteY9" fmla="*/ 183354 h 450054"/>
              <a:gd name="connsiteX10" fmla="*/ 0 w 2730492"/>
              <a:gd name="connsiteY10" fmla="*/ 403394 h 450054"/>
              <a:gd name="connsiteX11" fmla="*/ 46660 w 2730492"/>
              <a:gd name="connsiteY11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6342 w 2730492"/>
              <a:gd name="connsiteY6" fmla="*/ 0 h 450054"/>
              <a:gd name="connsiteX7" fmla="*/ 6342 w 2730492"/>
              <a:gd name="connsiteY7" fmla="*/ 183354 h 450054"/>
              <a:gd name="connsiteX8" fmla="*/ 0 w 2730492"/>
              <a:gd name="connsiteY8" fmla="*/ 183354 h 450054"/>
              <a:gd name="connsiteX9" fmla="*/ 0 w 2730492"/>
              <a:gd name="connsiteY9" fmla="*/ 403394 h 450054"/>
              <a:gd name="connsiteX10" fmla="*/ 46660 w 2730492"/>
              <a:gd name="connsiteY10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6342 w 2730492"/>
              <a:gd name="connsiteY5" fmla="*/ 0 h 450054"/>
              <a:gd name="connsiteX6" fmla="*/ 6342 w 2730492"/>
              <a:gd name="connsiteY6" fmla="*/ 183354 h 450054"/>
              <a:gd name="connsiteX7" fmla="*/ 0 w 2730492"/>
              <a:gd name="connsiteY7" fmla="*/ 183354 h 450054"/>
              <a:gd name="connsiteX8" fmla="*/ 0 w 2730492"/>
              <a:gd name="connsiteY8" fmla="*/ 403394 h 450054"/>
              <a:gd name="connsiteX9" fmla="*/ 46660 w 2730492"/>
              <a:gd name="connsiteY9" fmla="*/ 450054 h 450054"/>
              <a:gd name="connsiteX0" fmla="*/ 46660 w 2724147"/>
              <a:gd name="connsiteY0" fmla="*/ 450054 h 450054"/>
              <a:gd name="connsiteX1" fmla="*/ 2677487 w 2724147"/>
              <a:gd name="connsiteY1" fmla="*/ 450054 h 450054"/>
              <a:gd name="connsiteX2" fmla="*/ 2724147 w 2724147"/>
              <a:gd name="connsiteY2" fmla="*/ 403394 h 450054"/>
              <a:gd name="connsiteX3" fmla="*/ 2724147 w 2724147"/>
              <a:gd name="connsiteY3" fmla="*/ 190500 h 450054"/>
              <a:gd name="connsiteX4" fmla="*/ 6342 w 2724147"/>
              <a:gd name="connsiteY4" fmla="*/ 0 h 450054"/>
              <a:gd name="connsiteX5" fmla="*/ 6342 w 2724147"/>
              <a:gd name="connsiteY5" fmla="*/ 183354 h 450054"/>
              <a:gd name="connsiteX6" fmla="*/ 0 w 2724147"/>
              <a:gd name="connsiteY6" fmla="*/ 183354 h 450054"/>
              <a:gd name="connsiteX7" fmla="*/ 0 w 2724147"/>
              <a:gd name="connsiteY7" fmla="*/ 403394 h 450054"/>
              <a:gd name="connsiteX8" fmla="*/ 46660 w 2724147"/>
              <a:gd name="connsiteY8" fmla="*/ 450054 h 450054"/>
              <a:gd name="connsiteX0" fmla="*/ 46660 w 2727322"/>
              <a:gd name="connsiteY0" fmla="*/ 450054 h 450054"/>
              <a:gd name="connsiteX1" fmla="*/ 2677487 w 2727322"/>
              <a:gd name="connsiteY1" fmla="*/ 450054 h 450054"/>
              <a:gd name="connsiteX2" fmla="*/ 2724147 w 2727322"/>
              <a:gd name="connsiteY2" fmla="*/ 403394 h 450054"/>
              <a:gd name="connsiteX3" fmla="*/ 2727322 w 2727322"/>
              <a:gd name="connsiteY3" fmla="*/ 180975 h 450054"/>
              <a:gd name="connsiteX4" fmla="*/ 6342 w 2727322"/>
              <a:gd name="connsiteY4" fmla="*/ 0 h 450054"/>
              <a:gd name="connsiteX5" fmla="*/ 6342 w 2727322"/>
              <a:gd name="connsiteY5" fmla="*/ 183354 h 450054"/>
              <a:gd name="connsiteX6" fmla="*/ 0 w 2727322"/>
              <a:gd name="connsiteY6" fmla="*/ 183354 h 450054"/>
              <a:gd name="connsiteX7" fmla="*/ 0 w 2727322"/>
              <a:gd name="connsiteY7" fmla="*/ 403394 h 450054"/>
              <a:gd name="connsiteX8" fmla="*/ 46660 w 2727322"/>
              <a:gd name="connsiteY8" fmla="*/ 450054 h 450054"/>
              <a:gd name="connsiteX0" fmla="*/ 46660 w 2724287"/>
              <a:gd name="connsiteY0" fmla="*/ 450054 h 450054"/>
              <a:gd name="connsiteX1" fmla="*/ 2677487 w 2724287"/>
              <a:gd name="connsiteY1" fmla="*/ 450054 h 450054"/>
              <a:gd name="connsiteX2" fmla="*/ 2724147 w 2724287"/>
              <a:gd name="connsiteY2" fmla="*/ 403394 h 450054"/>
              <a:gd name="connsiteX3" fmla="*/ 2720972 w 2724287"/>
              <a:gd name="connsiteY3" fmla="*/ 171450 h 450054"/>
              <a:gd name="connsiteX4" fmla="*/ 6342 w 2724287"/>
              <a:gd name="connsiteY4" fmla="*/ 0 h 450054"/>
              <a:gd name="connsiteX5" fmla="*/ 6342 w 2724287"/>
              <a:gd name="connsiteY5" fmla="*/ 183354 h 450054"/>
              <a:gd name="connsiteX6" fmla="*/ 0 w 2724287"/>
              <a:gd name="connsiteY6" fmla="*/ 183354 h 450054"/>
              <a:gd name="connsiteX7" fmla="*/ 0 w 2724287"/>
              <a:gd name="connsiteY7" fmla="*/ 403394 h 450054"/>
              <a:gd name="connsiteX8" fmla="*/ 46660 w 2724287"/>
              <a:gd name="connsiteY8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6342 w 2724452"/>
              <a:gd name="connsiteY5" fmla="*/ 183354 h 450054"/>
              <a:gd name="connsiteX6" fmla="*/ 0 w 2724452"/>
              <a:gd name="connsiteY6" fmla="*/ 183354 h 450054"/>
              <a:gd name="connsiteX7" fmla="*/ 0 w 2724452"/>
              <a:gd name="connsiteY7" fmla="*/ 403394 h 450054"/>
              <a:gd name="connsiteX8" fmla="*/ 46660 w 2724452"/>
              <a:gd name="connsiteY8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6342 w 2724452"/>
              <a:gd name="connsiteY5" fmla="*/ 183354 h 450054"/>
              <a:gd name="connsiteX6" fmla="*/ 0 w 2724452"/>
              <a:gd name="connsiteY6" fmla="*/ 403394 h 450054"/>
              <a:gd name="connsiteX7" fmla="*/ 46660 w 2724452"/>
              <a:gd name="connsiteY7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0 w 2724452"/>
              <a:gd name="connsiteY5" fmla="*/ 403394 h 450054"/>
              <a:gd name="connsiteX6" fmla="*/ 46660 w 2724452"/>
              <a:gd name="connsiteY6" fmla="*/ 450054 h 450054"/>
              <a:gd name="connsiteX0" fmla="*/ 46660 w 2724452"/>
              <a:gd name="connsiteY0" fmla="*/ 453229 h 453229"/>
              <a:gd name="connsiteX1" fmla="*/ 2677487 w 2724452"/>
              <a:gd name="connsiteY1" fmla="*/ 453229 h 453229"/>
              <a:gd name="connsiteX2" fmla="*/ 2724147 w 2724452"/>
              <a:gd name="connsiteY2" fmla="*/ 406569 h 453229"/>
              <a:gd name="connsiteX3" fmla="*/ 2724147 w 2724452"/>
              <a:gd name="connsiteY3" fmla="*/ 168275 h 453229"/>
              <a:gd name="connsiteX4" fmla="*/ 3167 w 2724452"/>
              <a:gd name="connsiteY4" fmla="*/ 0 h 453229"/>
              <a:gd name="connsiteX5" fmla="*/ 0 w 2724452"/>
              <a:gd name="connsiteY5" fmla="*/ 406569 h 453229"/>
              <a:gd name="connsiteX6" fmla="*/ 46660 w 2724452"/>
              <a:gd name="connsiteY6" fmla="*/ 453229 h 453229"/>
              <a:gd name="connsiteX0" fmla="*/ 46971 w 2724763"/>
              <a:gd name="connsiteY0" fmla="*/ 456404 h 456404"/>
              <a:gd name="connsiteX1" fmla="*/ 2677798 w 2724763"/>
              <a:gd name="connsiteY1" fmla="*/ 456404 h 456404"/>
              <a:gd name="connsiteX2" fmla="*/ 2724458 w 2724763"/>
              <a:gd name="connsiteY2" fmla="*/ 409744 h 456404"/>
              <a:gd name="connsiteX3" fmla="*/ 2724458 w 2724763"/>
              <a:gd name="connsiteY3" fmla="*/ 171450 h 456404"/>
              <a:gd name="connsiteX4" fmla="*/ 303 w 2724763"/>
              <a:gd name="connsiteY4" fmla="*/ 0 h 456404"/>
              <a:gd name="connsiteX5" fmla="*/ 311 w 2724763"/>
              <a:gd name="connsiteY5" fmla="*/ 409744 h 456404"/>
              <a:gd name="connsiteX6" fmla="*/ 46971 w 2724763"/>
              <a:gd name="connsiteY6" fmla="*/ 456404 h 45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763" h="456404">
                <a:moveTo>
                  <a:pt x="46971" y="456404"/>
                </a:moveTo>
                <a:lnTo>
                  <a:pt x="2677798" y="456404"/>
                </a:lnTo>
                <a:cubicBezTo>
                  <a:pt x="2703568" y="456404"/>
                  <a:pt x="2724458" y="435514"/>
                  <a:pt x="2724458" y="409744"/>
                </a:cubicBezTo>
                <a:cubicBezTo>
                  <a:pt x="2725516" y="335604"/>
                  <a:pt x="2723400" y="245590"/>
                  <a:pt x="2724458" y="171450"/>
                </a:cubicBezTo>
                <a:lnTo>
                  <a:pt x="303" y="0"/>
                </a:lnTo>
                <a:cubicBezTo>
                  <a:pt x="-753" y="135523"/>
                  <a:pt x="1367" y="274221"/>
                  <a:pt x="311" y="409744"/>
                </a:cubicBezTo>
                <a:cubicBezTo>
                  <a:pt x="311" y="435514"/>
                  <a:pt x="21201" y="456404"/>
                  <a:pt x="46971" y="45640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8" name="Rounded Rectangle 4 format margin gutterc">
            <a:extLst>
              <a:ext uri="{FF2B5EF4-FFF2-40B4-BE49-F238E27FC236}">
                <a16:creationId xmlns:a16="http://schemas.microsoft.com/office/drawing/2014/main" id="{33EAE851-C2F5-0B46-887B-50D4617B054B}"/>
              </a:ext>
            </a:extLst>
          </p:cNvPr>
          <p:cNvSpPr/>
          <p:nvPr userDrawn="1"/>
        </p:nvSpPr>
        <p:spPr>
          <a:xfrm>
            <a:off x="8077200" y="1300164"/>
            <a:ext cx="3352800" cy="2352675"/>
          </a:xfrm>
          <a:prstGeom prst="roundRect">
            <a:avLst>
              <a:gd name="adj" fmla="val 112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9" name="Freeform 65 format margin gutterc">
            <a:extLst>
              <a:ext uri="{FF2B5EF4-FFF2-40B4-BE49-F238E27FC236}">
                <a16:creationId xmlns:a16="http://schemas.microsoft.com/office/drawing/2014/main" id="{7164F0EE-EC23-5A4E-9DF7-9AD85F7106F2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8077200" y="1300163"/>
            <a:ext cx="3352800" cy="457200"/>
          </a:xfrm>
          <a:custGeom>
            <a:avLst/>
            <a:gdLst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2724147 w 2730492"/>
              <a:gd name="connsiteY6" fmla="*/ 183354 h 450054"/>
              <a:gd name="connsiteX7" fmla="*/ 2628304 w 2730492"/>
              <a:gd name="connsiteY7" fmla="*/ 183354 h 450054"/>
              <a:gd name="connsiteX8" fmla="*/ 6342 w 2730492"/>
              <a:gd name="connsiteY8" fmla="*/ 0 h 450054"/>
              <a:gd name="connsiteX9" fmla="*/ 6342 w 2730492"/>
              <a:gd name="connsiteY9" fmla="*/ 183354 h 450054"/>
              <a:gd name="connsiteX10" fmla="*/ 0 w 2730492"/>
              <a:gd name="connsiteY10" fmla="*/ 183354 h 450054"/>
              <a:gd name="connsiteX11" fmla="*/ 0 w 2730492"/>
              <a:gd name="connsiteY11" fmla="*/ 403394 h 450054"/>
              <a:gd name="connsiteX12" fmla="*/ 46660 w 2730492"/>
              <a:gd name="connsiteY12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2724147 w 2730492"/>
              <a:gd name="connsiteY6" fmla="*/ 183354 h 450054"/>
              <a:gd name="connsiteX7" fmla="*/ 6342 w 2730492"/>
              <a:gd name="connsiteY7" fmla="*/ 0 h 450054"/>
              <a:gd name="connsiteX8" fmla="*/ 6342 w 2730492"/>
              <a:gd name="connsiteY8" fmla="*/ 183354 h 450054"/>
              <a:gd name="connsiteX9" fmla="*/ 0 w 2730492"/>
              <a:gd name="connsiteY9" fmla="*/ 183354 h 450054"/>
              <a:gd name="connsiteX10" fmla="*/ 0 w 2730492"/>
              <a:gd name="connsiteY10" fmla="*/ 403394 h 450054"/>
              <a:gd name="connsiteX11" fmla="*/ 46660 w 2730492"/>
              <a:gd name="connsiteY11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6342 w 2730492"/>
              <a:gd name="connsiteY6" fmla="*/ 0 h 450054"/>
              <a:gd name="connsiteX7" fmla="*/ 6342 w 2730492"/>
              <a:gd name="connsiteY7" fmla="*/ 183354 h 450054"/>
              <a:gd name="connsiteX8" fmla="*/ 0 w 2730492"/>
              <a:gd name="connsiteY8" fmla="*/ 183354 h 450054"/>
              <a:gd name="connsiteX9" fmla="*/ 0 w 2730492"/>
              <a:gd name="connsiteY9" fmla="*/ 403394 h 450054"/>
              <a:gd name="connsiteX10" fmla="*/ 46660 w 2730492"/>
              <a:gd name="connsiteY10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6342 w 2730492"/>
              <a:gd name="connsiteY5" fmla="*/ 0 h 450054"/>
              <a:gd name="connsiteX6" fmla="*/ 6342 w 2730492"/>
              <a:gd name="connsiteY6" fmla="*/ 183354 h 450054"/>
              <a:gd name="connsiteX7" fmla="*/ 0 w 2730492"/>
              <a:gd name="connsiteY7" fmla="*/ 183354 h 450054"/>
              <a:gd name="connsiteX8" fmla="*/ 0 w 2730492"/>
              <a:gd name="connsiteY8" fmla="*/ 403394 h 450054"/>
              <a:gd name="connsiteX9" fmla="*/ 46660 w 2730492"/>
              <a:gd name="connsiteY9" fmla="*/ 450054 h 450054"/>
              <a:gd name="connsiteX0" fmla="*/ 46660 w 2724147"/>
              <a:gd name="connsiteY0" fmla="*/ 450054 h 450054"/>
              <a:gd name="connsiteX1" fmla="*/ 2677487 w 2724147"/>
              <a:gd name="connsiteY1" fmla="*/ 450054 h 450054"/>
              <a:gd name="connsiteX2" fmla="*/ 2724147 w 2724147"/>
              <a:gd name="connsiteY2" fmla="*/ 403394 h 450054"/>
              <a:gd name="connsiteX3" fmla="*/ 2724147 w 2724147"/>
              <a:gd name="connsiteY3" fmla="*/ 190500 h 450054"/>
              <a:gd name="connsiteX4" fmla="*/ 6342 w 2724147"/>
              <a:gd name="connsiteY4" fmla="*/ 0 h 450054"/>
              <a:gd name="connsiteX5" fmla="*/ 6342 w 2724147"/>
              <a:gd name="connsiteY5" fmla="*/ 183354 h 450054"/>
              <a:gd name="connsiteX6" fmla="*/ 0 w 2724147"/>
              <a:gd name="connsiteY6" fmla="*/ 183354 h 450054"/>
              <a:gd name="connsiteX7" fmla="*/ 0 w 2724147"/>
              <a:gd name="connsiteY7" fmla="*/ 403394 h 450054"/>
              <a:gd name="connsiteX8" fmla="*/ 46660 w 2724147"/>
              <a:gd name="connsiteY8" fmla="*/ 450054 h 450054"/>
              <a:gd name="connsiteX0" fmla="*/ 46660 w 2727322"/>
              <a:gd name="connsiteY0" fmla="*/ 450054 h 450054"/>
              <a:gd name="connsiteX1" fmla="*/ 2677487 w 2727322"/>
              <a:gd name="connsiteY1" fmla="*/ 450054 h 450054"/>
              <a:gd name="connsiteX2" fmla="*/ 2724147 w 2727322"/>
              <a:gd name="connsiteY2" fmla="*/ 403394 h 450054"/>
              <a:gd name="connsiteX3" fmla="*/ 2727322 w 2727322"/>
              <a:gd name="connsiteY3" fmla="*/ 180975 h 450054"/>
              <a:gd name="connsiteX4" fmla="*/ 6342 w 2727322"/>
              <a:gd name="connsiteY4" fmla="*/ 0 h 450054"/>
              <a:gd name="connsiteX5" fmla="*/ 6342 w 2727322"/>
              <a:gd name="connsiteY5" fmla="*/ 183354 h 450054"/>
              <a:gd name="connsiteX6" fmla="*/ 0 w 2727322"/>
              <a:gd name="connsiteY6" fmla="*/ 183354 h 450054"/>
              <a:gd name="connsiteX7" fmla="*/ 0 w 2727322"/>
              <a:gd name="connsiteY7" fmla="*/ 403394 h 450054"/>
              <a:gd name="connsiteX8" fmla="*/ 46660 w 2727322"/>
              <a:gd name="connsiteY8" fmla="*/ 450054 h 450054"/>
              <a:gd name="connsiteX0" fmla="*/ 46660 w 2724287"/>
              <a:gd name="connsiteY0" fmla="*/ 450054 h 450054"/>
              <a:gd name="connsiteX1" fmla="*/ 2677487 w 2724287"/>
              <a:gd name="connsiteY1" fmla="*/ 450054 h 450054"/>
              <a:gd name="connsiteX2" fmla="*/ 2724147 w 2724287"/>
              <a:gd name="connsiteY2" fmla="*/ 403394 h 450054"/>
              <a:gd name="connsiteX3" fmla="*/ 2720972 w 2724287"/>
              <a:gd name="connsiteY3" fmla="*/ 171450 h 450054"/>
              <a:gd name="connsiteX4" fmla="*/ 6342 w 2724287"/>
              <a:gd name="connsiteY4" fmla="*/ 0 h 450054"/>
              <a:gd name="connsiteX5" fmla="*/ 6342 w 2724287"/>
              <a:gd name="connsiteY5" fmla="*/ 183354 h 450054"/>
              <a:gd name="connsiteX6" fmla="*/ 0 w 2724287"/>
              <a:gd name="connsiteY6" fmla="*/ 183354 h 450054"/>
              <a:gd name="connsiteX7" fmla="*/ 0 w 2724287"/>
              <a:gd name="connsiteY7" fmla="*/ 403394 h 450054"/>
              <a:gd name="connsiteX8" fmla="*/ 46660 w 2724287"/>
              <a:gd name="connsiteY8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6342 w 2724452"/>
              <a:gd name="connsiteY5" fmla="*/ 183354 h 450054"/>
              <a:gd name="connsiteX6" fmla="*/ 0 w 2724452"/>
              <a:gd name="connsiteY6" fmla="*/ 183354 h 450054"/>
              <a:gd name="connsiteX7" fmla="*/ 0 w 2724452"/>
              <a:gd name="connsiteY7" fmla="*/ 403394 h 450054"/>
              <a:gd name="connsiteX8" fmla="*/ 46660 w 2724452"/>
              <a:gd name="connsiteY8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6342 w 2724452"/>
              <a:gd name="connsiteY5" fmla="*/ 183354 h 450054"/>
              <a:gd name="connsiteX6" fmla="*/ 0 w 2724452"/>
              <a:gd name="connsiteY6" fmla="*/ 403394 h 450054"/>
              <a:gd name="connsiteX7" fmla="*/ 46660 w 2724452"/>
              <a:gd name="connsiteY7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0 w 2724452"/>
              <a:gd name="connsiteY5" fmla="*/ 403394 h 450054"/>
              <a:gd name="connsiteX6" fmla="*/ 46660 w 2724452"/>
              <a:gd name="connsiteY6" fmla="*/ 450054 h 450054"/>
              <a:gd name="connsiteX0" fmla="*/ 46660 w 2724452"/>
              <a:gd name="connsiteY0" fmla="*/ 453229 h 453229"/>
              <a:gd name="connsiteX1" fmla="*/ 2677487 w 2724452"/>
              <a:gd name="connsiteY1" fmla="*/ 453229 h 453229"/>
              <a:gd name="connsiteX2" fmla="*/ 2724147 w 2724452"/>
              <a:gd name="connsiteY2" fmla="*/ 406569 h 453229"/>
              <a:gd name="connsiteX3" fmla="*/ 2724147 w 2724452"/>
              <a:gd name="connsiteY3" fmla="*/ 168275 h 453229"/>
              <a:gd name="connsiteX4" fmla="*/ 3167 w 2724452"/>
              <a:gd name="connsiteY4" fmla="*/ 0 h 453229"/>
              <a:gd name="connsiteX5" fmla="*/ 0 w 2724452"/>
              <a:gd name="connsiteY5" fmla="*/ 406569 h 453229"/>
              <a:gd name="connsiteX6" fmla="*/ 46660 w 2724452"/>
              <a:gd name="connsiteY6" fmla="*/ 453229 h 453229"/>
              <a:gd name="connsiteX0" fmla="*/ 46971 w 2724763"/>
              <a:gd name="connsiteY0" fmla="*/ 456404 h 456404"/>
              <a:gd name="connsiteX1" fmla="*/ 2677798 w 2724763"/>
              <a:gd name="connsiteY1" fmla="*/ 456404 h 456404"/>
              <a:gd name="connsiteX2" fmla="*/ 2724458 w 2724763"/>
              <a:gd name="connsiteY2" fmla="*/ 409744 h 456404"/>
              <a:gd name="connsiteX3" fmla="*/ 2724458 w 2724763"/>
              <a:gd name="connsiteY3" fmla="*/ 171450 h 456404"/>
              <a:gd name="connsiteX4" fmla="*/ 303 w 2724763"/>
              <a:gd name="connsiteY4" fmla="*/ 0 h 456404"/>
              <a:gd name="connsiteX5" fmla="*/ 311 w 2724763"/>
              <a:gd name="connsiteY5" fmla="*/ 409744 h 456404"/>
              <a:gd name="connsiteX6" fmla="*/ 46971 w 2724763"/>
              <a:gd name="connsiteY6" fmla="*/ 456404 h 45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763" h="456404">
                <a:moveTo>
                  <a:pt x="46971" y="456404"/>
                </a:moveTo>
                <a:lnTo>
                  <a:pt x="2677798" y="456404"/>
                </a:lnTo>
                <a:cubicBezTo>
                  <a:pt x="2703568" y="456404"/>
                  <a:pt x="2724458" y="435514"/>
                  <a:pt x="2724458" y="409744"/>
                </a:cubicBezTo>
                <a:cubicBezTo>
                  <a:pt x="2725516" y="335604"/>
                  <a:pt x="2723400" y="245590"/>
                  <a:pt x="2724458" y="171450"/>
                </a:cubicBezTo>
                <a:lnTo>
                  <a:pt x="303" y="0"/>
                </a:lnTo>
                <a:cubicBezTo>
                  <a:pt x="-753" y="135523"/>
                  <a:pt x="1367" y="274221"/>
                  <a:pt x="311" y="409744"/>
                </a:cubicBezTo>
                <a:cubicBezTo>
                  <a:pt x="311" y="435514"/>
                  <a:pt x="21201" y="456404"/>
                  <a:pt x="46971" y="45640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10" name="Rounded Rectangle 4 format margin gutterc">
            <a:extLst>
              <a:ext uri="{FF2B5EF4-FFF2-40B4-BE49-F238E27FC236}">
                <a16:creationId xmlns:a16="http://schemas.microsoft.com/office/drawing/2014/main" id="{2A9CEB01-B837-7746-AED6-3E4563A9D0F3}"/>
              </a:ext>
            </a:extLst>
          </p:cNvPr>
          <p:cNvSpPr/>
          <p:nvPr userDrawn="1"/>
        </p:nvSpPr>
        <p:spPr>
          <a:xfrm>
            <a:off x="4419600" y="1297584"/>
            <a:ext cx="3352800" cy="4955579"/>
          </a:xfrm>
          <a:prstGeom prst="roundRect">
            <a:avLst>
              <a:gd name="adj" fmla="val 112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11" name="Freeform 63 format margin gutterc">
            <a:extLst>
              <a:ext uri="{FF2B5EF4-FFF2-40B4-BE49-F238E27FC236}">
                <a16:creationId xmlns:a16="http://schemas.microsoft.com/office/drawing/2014/main" id="{EB4716C0-5055-ED47-BE6E-726D4644275F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4419600" y="1300163"/>
            <a:ext cx="3352800" cy="457200"/>
          </a:xfrm>
          <a:custGeom>
            <a:avLst/>
            <a:gdLst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2724147 w 2730492"/>
              <a:gd name="connsiteY6" fmla="*/ 183354 h 450054"/>
              <a:gd name="connsiteX7" fmla="*/ 2628304 w 2730492"/>
              <a:gd name="connsiteY7" fmla="*/ 183354 h 450054"/>
              <a:gd name="connsiteX8" fmla="*/ 6342 w 2730492"/>
              <a:gd name="connsiteY8" fmla="*/ 0 h 450054"/>
              <a:gd name="connsiteX9" fmla="*/ 6342 w 2730492"/>
              <a:gd name="connsiteY9" fmla="*/ 183354 h 450054"/>
              <a:gd name="connsiteX10" fmla="*/ 0 w 2730492"/>
              <a:gd name="connsiteY10" fmla="*/ 183354 h 450054"/>
              <a:gd name="connsiteX11" fmla="*/ 0 w 2730492"/>
              <a:gd name="connsiteY11" fmla="*/ 403394 h 450054"/>
              <a:gd name="connsiteX12" fmla="*/ 46660 w 2730492"/>
              <a:gd name="connsiteY12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2724147 w 2730492"/>
              <a:gd name="connsiteY6" fmla="*/ 183354 h 450054"/>
              <a:gd name="connsiteX7" fmla="*/ 6342 w 2730492"/>
              <a:gd name="connsiteY7" fmla="*/ 0 h 450054"/>
              <a:gd name="connsiteX8" fmla="*/ 6342 w 2730492"/>
              <a:gd name="connsiteY8" fmla="*/ 183354 h 450054"/>
              <a:gd name="connsiteX9" fmla="*/ 0 w 2730492"/>
              <a:gd name="connsiteY9" fmla="*/ 183354 h 450054"/>
              <a:gd name="connsiteX10" fmla="*/ 0 w 2730492"/>
              <a:gd name="connsiteY10" fmla="*/ 403394 h 450054"/>
              <a:gd name="connsiteX11" fmla="*/ 46660 w 2730492"/>
              <a:gd name="connsiteY11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6342 w 2730492"/>
              <a:gd name="connsiteY6" fmla="*/ 0 h 450054"/>
              <a:gd name="connsiteX7" fmla="*/ 6342 w 2730492"/>
              <a:gd name="connsiteY7" fmla="*/ 183354 h 450054"/>
              <a:gd name="connsiteX8" fmla="*/ 0 w 2730492"/>
              <a:gd name="connsiteY8" fmla="*/ 183354 h 450054"/>
              <a:gd name="connsiteX9" fmla="*/ 0 w 2730492"/>
              <a:gd name="connsiteY9" fmla="*/ 403394 h 450054"/>
              <a:gd name="connsiteX10" fmla="*/ 46660 w 2730492"/>
              <a:gd name="connsiteY10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6342 w 2730492"/>
              <a:gd name="connsiteY5" fmla="*/ 0 h 450054"/>
              <a:gd name="connsiteX6" fmla="*/ 6342 w 2730492"/>
              <a:gd name="connsiteY6" fmla="*/ 183354 h 450054"/>
              <a:gd name="connsiteX7" fmla="*/ 0 w 2730492"/>
              <a:gd name="connsiteY7" fmla="*/ 183354 h 450054"/>
              <a:gd name="connsiteX8" fmla="*/ 0 w 2730492"/>
              <a:gd name="connsiteY8" fmla="*/ 403394 h 450054"/>
              <a:gd name="connsiteX9" fmla="*/ 46660 w 2730492"/>
              <a:gd name="connsiteY9" fmla="*/ 450054 h 450054"/>
              <a:gd name="connsiteX0" fmla="*/ 46660 w 2724147"/>
              <a:gd name="connsiteY0" fmla="*/ 450054 h 450054"/>
              <a:gd name="connsiteX1" fmla="*/ 2677487 w 2724147"/>
              <a:gd name="connsiteY1" fmla="*/ 450054 h 450054"/>
              <a:gd name="connsiteX2" fmla="*/ 2724147 w 2724147"/>
              <a:gd name="connsiteY2" fmla="*/ 403394 h 450054"/>
              <a:gd name="connsiteX3" fmla="*/ 2724147 w 2724147"/>
              <a:gd name="connsiteY3" fmla="*/ 190500 h 450054"/>
              <a:gd name="connsiteX4" fmla="*/ 6342 w 2724147"/>
              <a:gd name="connsiteY4" fmla="*/ 0 h 450054"/>
              <a:gd name="connsiteX5" fmla="*/ 6342 w 2724147"/>
              <a:gd name="connsiteY5" fmla="*/ 183354 h 450054"/>
              <a:gd name="connsiteX6" fmla="*/ 0 w 2724147"/>
              <a:gd name="connsiteY6" fmla="*/ 183354 h 450054"/>
              <a:gd name="connsiteX7" fmla="*/ 0 w 2724147"/>
              <a:gd name="connsiteY7" fmla="*/ 403394 h 450054"/>
              <a:gd name="connsiteX8" fmla="*/ 46660 w 2724147"/>
              <a:gd name="connsiteY8" fmla="*/ 450054 h 450054"/>
              <a:gd name="connsiteX0" fmla="*/ 46660 w 2727322"/>
              <a:gd name="connsiteY0" fmla="*/ 450054 h 450054"/>
              <a:gd name="connsiteX1" fmla="*/ 2677487 w 2727322"/>
              <a:gd name="connsiteY1" fmla="*/ 450054 h 450054"/>
              <a:gd name="connsiteX2" fmla="*/ 2724147 w 2727322"/>
              <a:gd name="connsiteY2" fmla="*/ 403394 h 450054"/>
              <a:gd name="connsiteX3" fmla="*/ 2727322 w 2727322"/>
              <a:gd name="connsiteY3" fmla="*/ 180975 h 450054"/>
              <a:gd name="connsiteX4" fmla="*/ 6342 w 2727322"/>
              <a:gd name="connsiteY4" fmla="*/ 0 h 450054"/>
              <a:gd name="connsiteX5" fmla="*/ 6342 w 2727322"/>
              <a:gd name="connsiteY5" fmla="*/ 183354 h 450054"/>
              <a:gd name="connsiteX6" fmla="*/ 0 w 2727322"/>
              <a:gd name="connsiteY6" fmla="*/ 183354 h 450054"/>
              <a:gd name="connsiteX7" fmla="*/ 0 w 2727322"/>
              <a:gd name="connsiteY7" fmla="*/ 403394 h 450054"/>
              <a:gd name="connsiteX8" fmla="*/ 46660 w 2727322"/>
              <a:gd name="connsiteY8" fmla="*/ 450054 h 450054"/>
              <a:gd name="connsiteX0" fmla="*/ 46660 w 2724287"/>
              <a:gd name="connsiteY0" fmla="*/ 450054 h 450054"/>
              <a:gd name="connsiteX1" fmla="*/ 2677487 w 2724287"/>
              <a:gd name="connsiteY1" fmla="*/ 450054 h 450054"/>
              <a:gd name="connsiteX2" fmla="*/ 2724147 w 2724287"/>
              <a:gd name="connsiteY2" fmla="*/ 403394 h 450054"/>
              <a:gd name="connsiteX3" fmla="*/ 2720972 w 2724287"/>
              <a:gd name="connsiteY3" fmla="*/ 171450 h 450054"/>
              <a:gd name="connsiteX4" fmla="*/ 6342 w 2724287"/>
              <a:gd name="connsiteY4" fmla="*/ 0 h 450054"/>
              <a:gd name="connsiteX5" fmla="*/ 6342 w 2724287"/>
              <a:gd name="connsiteY5" fmla="*/ 183354 h 450054"/>
              <a:gd name="connsiteX6" fmla="*/ 0 w 2724287"/>
              <a:gd name="connsiteY6" fmla="*/ 183354 h 450054"/>
              <a:gd name="connsiteX7" fmla="*/ 0 w 2724287"/>
              <a:gd name="connsiteY7" fmla="*/ 403394 h 450054"/>
              <a:gd name="connsiteX8" fmla="*/ 46660 w 2724287"/>
              <a:gd name="connsiteY8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6342 w 2724452"/>
              <a:gd name="connsiteY5" fmla="*/ 183354 h 450054"/>
              <a:gd name="connsiteX6" fmla="*/ 0 w 2724452"/>
              <a:gd name="connsiteY6" fmla="*/ 183354 h 450054"/>
              <a:gd name="connsiteX7" fmla="*/ 0 w 2724452"/>
              <a:gd name="connsiteY7" fmla="*/ 403394 h 450054"/>
              <a:gd name="connsiteX8" fmla="*/ 46660 w 2724452"/>
              <a:gd name="connsiteY8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6342 w 2724452"/>
              <a:gd name="connsiteY5" fmla="*/ 183354 h 450054"/>
              <a:gd name="connsiteX6" fmla="*/ 0 w 2724452"/>
              <a:gd name="connsiteY6" fmla="*/ 403394 h 450054"/>
              <a:gd name="connsiteX7" fmla="*/ 46660 w 2724452"/>
              <a:gd name="connsiteY7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0 w 2724452"/>
              <a:gd name="connsiteY5" fmla="*/ 403394 h 450054"/>
              <a:gd name="connsiteX6" fmla="*/ 46660 w 2724452"/>
              <a:gd name="connsiteY6" fmla="*/ 450054 h 450054"/>
              <a:gd name="connsiteX0" fmla="*/ 46660 w 2724452"/>
              <a:gd name="connsiteY0" fmla="*/ 453229 h 453229"/>
              <a:gd name="connsiteX1" fmla="*/ 2677487 w 2724452"/>
              <a:gd name="connsiteY1" fmla="*/ 453229 h 453229"/>
              <a:gd name="connsiteX2" fmla="*/ 2724147 w 2724452"/>
              <a:gd name="connsiteY2" fmla="*/ 406569 h 453229"/>
              <a:gd name="connsiteX3" fmla="*/ 2724147 w 2724452"/>
              <a:gd name="connsiteY3" fmla="*/ 168275 h 453229"/>
              <a:gd name="connsiteX4" fmla="*/ 3167 w 2724452"/>
              <a:gd name="connsiteY4" fmla="*/ 0 h 453229"/>
              <a:gd name="connsiteX5" fmla="*/ 0 w 2724452"/>
              <a:gd name="connsiteY5" fmla="*/ 406569 h 453229"/>
              <a:gd name="connsiteX6" fmla="*/ 46660 w 2724452"/>
              <a:gd name="connsiteY6" fmla="*/ 453229 h 453229"/>
              <a:gd name="connsiteX0" fmla="*/ 46971 w 2724763"/>
              <a:gd name="connsiteY0" fmla="*/ 456404 h 456404"/>
              <a:gd name="connsiteX1" fmla="*/ 2677798 w 2724763"/>
              <a:gd name="connsiteY1" fmla="*/ 456404 h 456404"/>
              <a:gd name="connsiteX2" fmla="*/ 2724458 w 2724763"/>
              <a:gd name="connsiteY2" fmla="*/ 409744 h 456404"/>
              <a:gd name="connsiteX3" fmla="*/ 2724458 w 2724763"/>
              <a:gd name="connsiteY3" fmla="*/ 171450 h 456404"/>
              <a:gd name="connsiteX4" fmla="*/ 303 w 2724763"/>
              <a:gd name="connsiteY4" fmla="*/ 0 h 456404"/>
              <a:gd name="connsiteX5" fmla="*/ 311 w 2724763"/>
              <a:gd name="connsiteY5" fmla="*/ 409744 h 456404"/>
              <a:gd name="connsiteX6" fmla="*/ 46971 w 2724763"/>
              <a:gd name="connsiteY6" fmla="*/ 456404 h 45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763" h="456404">
                <a:moveTo>
                  <a:pt x="46971" y="456404"/>
                </a:moveTo>
                <a:lnTo>
                  <a:pt x="2677798" y="456404"/>
                </a:lnTo>
                <a:cubicBezTo>
                  <a:pt x="2703568" y="456404"/>
                  <a:pt x="2724458" y="435514"/>
                  <a:pt x="2724458" y="409744"/>
                </a:cubicBezTo>
                <a:cubicBezTo>
                  <a:pt x="2725516" y="335604"/>
                  <a:pt x="2723400" y="245590"/>
                  <a:pt x="2724458" y="171450"/>
                </a:cubicBezTo>
                <a:lnTo>
                  <a:pt x="303" y="0"/>
                </a:lnTo>
                <a:cubicBezTo>
                  <a:pt x="-753" y="135523"/>
                  <a:pt x="1367" y="274221"/>
                  <a:pt x="311" y="409744"/>
                </a:cubicBezTo>
                <a:cubicBezTo>
                  <a:pt x="311" y="435514"/>
                  <a:pt x="21201" y="456404"/>
                  <a:pt x="46971" y="45640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12" name="Rounded Rectangle 4 format margin gutterc">
            <a:extLst>
              <a:ext uri="{FF2B5EF4-FFF2-40B4-BE49-F238E27FC236}">
                <a16:creationId xmlns:a16="http://schemas.microsoft.com/office/drawing/2014/main" id="{E1C08A1C-8B36-6741-8BEB-0A2F13002F9C}"/>
              </a:ext>
            </a:extLst>
          </p:cNvPr>
          <p:cNvSpPr/>
          <p:nvPr userDrawn="1"/>
        </p:nvSpPr>
        <p:spPr>
          <a:xfrm>
            <a:off x="762000" y="1300164"/>
            <a:ext cx="3352800" cy="2352675"/>
          </a:xfrm>
          <a:prstGeom prst="roundRect">
            <a:avLst>
              <a:gd name="adj" fmla="val 112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13" name="Freeform 62 format margin gutterc">
            <a:extLst>
              <a:ext uri="{FF2B5EF4-FFF2-40B4-BE49-F238E27FC236}">
                <a16:creationId xmlns:a16="http://schemas.microsoft.com/office/drawing/2014/main" id="{EA7800AC-B6A4-454F-9E27-C1CF67CF30DD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62000" y="1300163"/>
            <a:ext cx="3352800" cy="457200"/>
          </a:xfrm>
          <a:custGeom>
            <a:avLst/>
            <a:gdLst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2724147 w 2730492"/>
              <a:gd name="connsiteY6" fmla="*/ 183354 h 450054"/>
              <a:gd name="connsiteX7" fmla="*/ 2628304 w 2730492"/>
              <a:gd name="connsiteY7" fmla="*/ 183354 h 450054"/>
              <a:gd name="connsiteX8" fmla="*/ 6342 w 2730492"/>
              <a:gd name="connsiteY8" fmla="*/ 0 h 450054"/>
              <a:gd name="connsiteX9" fmla="*/ 6342 w 2730492"/>
              <a:gd name="connsiteY9" fmla="*/ 183354 h 450054"/>
              <a:gd name="connsiteX10" fmla="*/ 0 w 2730492"/>
              <a:gd name="connsiteY10" fmla="*/ 183354 h 450054"/>
              <a:gd name="connsiteX11" fmla="*/ 0 w 2730492"/>
              <a:gd name="connsiteY11" fmla="*/ 403394 h 450054"/>
              <a:gd name="connsiteX12" fmla="*/ 46660 w 2730492"/>
              <a:gd name="connsiteY12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2724147 w 2730492"/>
              <a:gd name="connsiteY6" fmla="*/ 183354 h 450054"/>
              <a:gd name="connsiteX7" fmla="*/ 6342 w 2730492"/>
              <a:gd name="connsiteY7" fmla="*/ 0 h 450054"/>
              <a:gd name="connsiteX8" fmla="*/ 6342 w 2730492"/>
              <a:gd name="connsiteY8" fmla="*/ 183354 h 450054"/>
              <a:gd name="connsiteX9" fmla="*/ 0 w 2730492"/>
              <a:gd name="connsiteY9" fmla="*/ 183354 h 450054"/>
              <a:gd name="connsiteX10" fmla="*/ 0 w 2730492"/>
              <a:gd name="connsiteY10" fmla="*/ 403394 h 450054"/>
              <a:gd name="connsiteX11" fmla="*/ 46660 w 2730492"/>
              <a:gd name="connsiteY11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6342 w 2730492"/>
              <a:gd name="connsiteY6" fmla="*/ 0 h 450054"/>
              <a:gd name="connsiteX7" fmla="*/ 6342 w 2730492"/>
              <a:gd name="connsiteY7" fmla="*/ 183354 h 450054"/>
              <a:gd name="connsiteX8" fmla="*/ 0 w 2730492"/>
              <a:gd name="connsiteY8" fmla="*/ 183354 h 450054"/>
              <a:gd name="connsiteX9" fmla="*/ 0 w 2730492"/>
              <a:gd name="connsiteY9" fmla="*/ 403394 h 450054"/>
              <a:gd name="connsiteX10" fmla="*/ 46660 w 2730492"/>
              <a:gd name="connsiteY10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6342 w 2730492"/>
              <a:gd name="connsiteY5" fmla="*/ 0 h 450054"/>
              <a:gd name="connsiteX6" fmla="*/ 6342 w 2730492"/>
              <a:gd name="connsiteY6" fmla="*/ 183354 h 450054"/>
              <a:gd name="connsiteX7" fmla="*/ 0 w 2730492"/>
              <a:gd name="connsiteY7" fmla="*/ 183354 h 450054"/>
              <a:gd name="connsiteX8" fmla="*/ 0 w 2730492"/>
              <a:gd name="connsiteY8" fmla="*/ 403394 h 450054"/>
              <a:gd name="connsiteX9" fmla="*/ 46660 w 2730492"/>
              <a:gd name="connsiteY9" fmla="*/ 450054 h 450054"/>
              <a:gd name="connsiteX0" fmla="*/ 46660 w 2724147"/>
              <a:gd name="connsiteY0" fmla="*/ 450054 h 450054"/>
              <a:gd name="connsiteX1" fmla="*/ 2677487 w 2724147"/>
              <a:gd name="connsiteY1" fmla="*/ 450054 h 450054"/>
              <a:gd name="connsiteX2" fmla="*/ 2724147 w 2724147"/>
              <a:gd name="connsiteY2" fmla="*/ 403394 h 450054"/>
              <a:gd name="connsiteX3" fmla="*/ 2724147 w 2724147"/>
              <a:gd name="connsiteY3" fmla="*/ 190500 h 450054"/>
              <a:gd name="connsiteX4" fmla="*/ 6342 w 2724147"/>
              <a:gd name="connsiteY4" fmla="*/ 0 h 450054"/>
              <a:gd name="connsiteX5" fmla="*/ 6342 w 2724147"/>
              <a:gd name="connsiteY5" fmla="*/ 183354 h 450054"/>
              <a:gd name="connsiteX6" fmla="*/ 0 w 2724147"/>
              <a:gd name="connsiteY6" fmla="*/ 183354 h 450054"/>
              <a:gd name="connsiteX7" fmla="*/ 0 w 2724147"/>
              <a:gd name="connsiteY7" fmla="*/ 403394 h 450054"/>
              <a:gd name="connsiteX8" fmla="*/ 46660 w 2724147"/>
              <a:gd name="connsiteY8" fmla="*/ 450054 h 450054"/>
              <a:gd name="connsiteX0" fmla="*/ 46660 w 2727322"/>
              <a:gd name="connsiteY0" fmla="*/ 450054 h 450054"/>
              <a:gd name="connsiteX1" fmla="*/ 2677487 w 2727322"/>
              <a:gd name="connsiteY1" fmla="*/ 450054 h 450054"/>
              <a:gd name="connsiteX2" fmla="*/ 2724147 w 2727322"/>
              <a:gd name="connsiteY2" fmla="*/ 403394 h 450054"/>
              <a:gd name="connsiteX3" fmla="*/ 2727322 w 2727322"/>
              <a:gd name="connsiteY3" fmla="*/ 180975 h 450054"/>
              <a:gd name="connsiteX4" fmla="*/ 6342 w 2727322"/>
              <a:gd name="connsiteY4" fmla="*/ 0 h 450054"/>
              <a:gd name="connsiteX5" fmla="*/ 6342 w 2727322"/>
              <a:gd name="connsiteY5" fmla="*/ 183354 h 450054"/>
              <a:gd name="connsiteX6" fmla="*/ 0 w 2727322"/>
              <a:gd name="connsiteY6" fmla="*/ 183354 h 450054"/>
              <a:gd name="connsiteX7" fmla="*/ 0 w 2727322"/>
              <a:gd name="connsiteY7" fmla="*/ 403394 h 450054"/>
              <a:gd name="connsiteX8" fmla="*/ 46660 w 2727322"/>
              <a:gd name="connsiteY8" fmla="*/ 450054 h 450054"/>
              <a:gd name="connsiteX0" fmla="*/ 46660 w 2724287"/>
              <a:gd name="connsiteY0" fmla="*/ 450054 h 450054"/>
              <a:gd name="connsiteX1" fmla="*/ 2677487 w 2724287"/>
              <a:gd name="connsiteY1" fmla="*/ 450054 h 450054"/>
              <a:gd name="connsiteX2" fmla="*/ 2724147 w 2724287"/>
              <a:gd name="connsiteY2" fmla="*/ 403394 h 450054"/>
              <a:gd name="connsiteX3" fmla="*/ 2720972 w 2724287"/>
              <a:gd name="connsiteY3" fmla="*/ 171450 h 450054"/>
              <a:gd name="connsiteX4" fmla="*/ 6342 w 2724287"/>
              <a:gd name="connsiteY4" fmla="*/ 0 h 450054"/>
              <a:gd name="connsiteX5" fmla="*/ 6342 w 2724287"/>
              <a:gd name="connsiteY5" fmla="*/ 183354 h 450054"/>
              <a:gd name="connsiteX6" fmla="*/ 0 w 2724287"/>
              <a:gd name="connsiteY6" fmla="*/ 183354 h 450054"/>
              <a:gd name="connsiteX7" fmla="*/ 0 w 2724287"/>
              <a:gd name="connsiteY7" fmla="*/ 403394 h 450054"/>
              <a:gd name="connsiteX8" fmla="*/ 46660 w 2724287"/>
              <a:gd name="connsiteY8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6342 w 2724452"/>
              <a:gd name="connsiteY5" fmla="*/ 183354 h 450054"/>
              <a:gd name="connsiteX6" fmla="*/ 0 w 2724452"/>
              <a:gd name="connsiteY6" fmla="*/ 183354 h 450054"/>
              <a:gd name="connsiteX7" fmla="*/ 0 w 2724452"/>
              <a:gd name="connsiteY7" fmla="*/ 403394 h 450054"/>
              <a:gd name="connsiteX8" fmla="*/ 46660 w 2724452"/>
              <a:gd name="connsiteY8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6342 w 2724452"/>
              <a:gd name="connsiteY5" fmla="*/ 183354 h 450054"/>
              <a:gd name="connsiteX6" fmla="*/ 0 w 2724452"/>
              <a:gd name="connsiteY6" fmla="*/ 403394 h 450054"/>
              <a:gd name="connsiteX7" fmla="*/ 46660 w 2724452"/>
              <a:gd name="connsiteY7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0 w 2724452"/>
              <a:gd name="connsiteY5" fmla="*/ 403394 h 450054"/>
              <a:gd name="connsiteX6" fmla="*/ 46660 w 2724452"/>
              <a:gd name="connsiteY6" fmla="*/ 450054 h 450054"/>
              <a:gd name="connsiteX0" fmla="*/ 46660 w 2724452"/>
              <a:gd name="connsiteY0" fmla="*/ 453229 h 453229"/>
              <a:gd name="connsiteX1" fmla="*/ 2677487 w 2724452"/>
              <a:gd name="connsiteY1" fmla="*/ 453229 h 453229"/>
              <a:gd name="connsiteX2" fmla="*/ 2724147 w 2724452"/>
              <a:gd name="connsiteY2" fmla="*/ 406569 h 453229"/>
              <a:gd name="connsiteX3" fmla="*/ 2724147 w 2724452"/>
              <a:gd name="connsiteY3" fmla="*/ 168275 h 453229"/>
              <a:gd name="connsiteX4" fmla="*/ 3167 w 2724452"/>
              <a:gd name="connsiteY4" fmla="*/ 0 h 453229"/>
              <a:gd name="connsiteX5" fmla="*/ 0 w 2724452"/>
              <a:gd name="connsiteY5" fmla="*/ 406569 h 453229"/>
              <a:gd name="connsiteX6" fmla="*/ 46660 w 2724452"/>
              <a:gd name="connsiteY6" fmla="*/ 453229 h 453229"/>
              <a:gd name="connsiteX0" fmla="*/ 46971 w 2724763"/>
              <a:gd name="connsiteY0" fmla="*/ 456404 h 456404"/>
              <a:gd name="connsiteX1" fmla="*/ 2677798 w 2724763"/>
              <a:gd name="connsiteY1" fmla="*/ 456404 h 456404"/>
              <a:gd name="connsiteX2" fmla="*/ 2724458 w 2724763"/>
              <a:gd name="connsiteY2" fmla="*/ 409744 h 456404"/>
              <a:gd name="connsiteX3" fmla="*/ 2724458 w 2724763"/>
              <a:gd name="connsiteY3" fmla="*/ 171450 h 456404"/>
              <a:gd name="connsiteX4" fmla="*/ 303 w 2724763"/>
              <a:gd name="connsiteY4" fmla="*/ 0 h 456404"/>
              <a:gd name="connsiteX5" fmla="*/ 311 w 2724763"/>
              <a:gd name="connsiteY5" fmla="*/ 409744 h 456404"/>
              <a:gd name="connsiteX6" fmla="*/ 46971 w 2724763"/>
              <a:gd name="connsiteY6" fmla="*/ 456404 h 45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763" h="456404">
                <a:moveTo>
                  <a:pt x="46971" y="456404"/>
                </a:moveTo>
                <a:lnTo>
                  <a:pt x="2677798" y="456404"/>
                </a:lnTo>
                <a:cubicBezTo>
                  <a:pt x="2703568" y="456404"/>
                  <a:pt x="2724458" y="435514"/>
                  <a:pt x="2724458" y="409744"/>
                </a:cubicBezTo>
                <a:cubicBezTo>
                  <a:pt x="2725516" y="335604"/>
                  <a:pt x="2723400" y="245590"/>
                  <a:pt x="2724458" y="171450"/>
                </a:cubicBezTo>
                <a:lnTo>
                  <a:pt x="303" y="0"/>
                </a:lnTo>
                <a:cubicBezTo>
                  <a:pt x="-753" y="135523"/>
                  <a:pt x="1367" y="274221"/>
                  <a:pt x="311" y="409744"/>
                </a:cubicBezTo>
                <a:cubicBezTo>
                  <a:pt x="311" y="435514"/>
                  <a:pt x="21201" y="456404"/>
                  <a:pt x="46971" y="45640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1138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ssage 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0" y="1423989"/>
            <a:ext cx="6096000" cy="1162051"/>
          </a:xfrm>
        </p:spPr>
        <p:txBody>
          <a:bodyPr anchor="b"/>
          <a:lstStyle>
            <a:lvl1pPr algn="l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7" name="Text Placeholder 6 format margin gutterc">
            <a:extLst>
              <a:ext uri="{FF2B5EF4-FFF2-40B4-BE49-F238E27FC236}">
                <a16:creationId xmlns:a16="http://schemas.microsoft.com/office/drawing/2014/main" id="{A4D0DB50-FB3B-2049-AB4D-FBA371BBF1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4000" y="2724150"/>
            <a:ext cx="6096000" cy="2414588"/>
          </a:xfr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3"/>
                </a:solidFill>
              </a:defRPr>
            </a:lvl1pPr>
            <a:lvl2pPr>
              <a:lnSpc>
                <a:spcPct val="150000"/>
              </a:lnSpc>
              <a:defRPr>
                <a:solidFill>
                  <a:schemeClr val="accent3"/>
                </a:solidFill>
              </a:defRPr>
            </a:lvl2pPr>
            <a:lvl3pPr>
              <a:lnSpc>
                <a:spcPct val="150000"/>
              </a:lnSpc>
              <a:defRPr>
                <a:solidFill>
                  <a:schemeClr val="accent3"/>
                </a:solidFill>
              </a:defRPr>
            </a:lvl3pPr>
            <a:lvl4pPr>
              <a:lnSpc>
                <a:spcPct val="150000"/>
              </a:lnSpc>
              <a:defRPr>
                <a:solidFill>
                  <a:schemeClr val="accent3"/>
                </a:solidFill>
              </a:defRPr>
            </a:lvl4pPr>
            <a:lvl5pPr>
              <a:lnSpc>
                <a:spcPct val="150000"/>
              </a:lnSpc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2E749A-4467-9444-A8C0-97FEDB959F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9202" y="928690"/>
            <a:ext cx="3335140" cy="303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45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9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 fi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 format margin gutterc">
            <a:extLst>
              <a:ext uri="{FF2B5EF4-FFF2-40B4-BE49-F238E27FC236}">
                <a16:creationId xmlns:a16="http://schemas.microsoft.com/office/drawing/2014/main" id="{FBDF57D5-9CF0-0F4F-BFBA-9560AB141FE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511" y="4187120"/>
            <a:ext cx="3810000" cy="1485900"/>
          </a:xfrm>
          <a:prstGeom prst="roundRect">
            <a:avLst>
              <a:gd name="adj" fmla="val 1150"/>
            </a:avLst>
          </a:prstGeom>
          <a:solidFill>
            <a:schemeClr val="tx1">
              <a:alpha val="1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none" lIns="187569" tIns="187569" rIns="187569" bIns="187569" anchor="ctr">
            <a:noAutofit/>
          </a:bodyPr>
          <a:lstStyle/>
          <a:p>
            <a:pPr eaLnBrk="0" hangingPunct="0">
              <a:lnSpc>
                <a:spcPct val="110000"/>
              </a:lnSpc>
              <a:buClr>
                <a:srgbClr val="6699CC"/>
              </a:buClr>
              <a:buSzPct val="110000"/>
              <a:defRPr/>
            </a:pPr>
            <a:endParaRPr lang="fr-FR" sz="1477">
              <a:solidFill>
                <a:srgbClr val="FFFFFF"/>
              </a:solidFill>
              <a:latin typeface="Arial Nova Condensed" panose="020B0506020202020204" pitchFamily="34" charset="0"/>
              <a:cs typeface="Arial Narrow"/>
            </a:endParaRPr>
          </a:p>
        </p:txBody>
      </p:sp>
      <p:sp>
        <p:nvSpPr>
          <p:cNvPr id="7" name="Rounded Rectangle 7 format margin gutterc">
            <a:extLst>
              <a:ext uri="{FF2B5EF4-FFF2-40B4-BE49-F238E27FC236}">
                <a16:creationId xmlns:a16="http://schemas.microsoft.com/office/drawing/2014/main" id="{D4C87301-2115-E948-998F-5D0DBE2277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85543" y="4187120"/>
            <a:ext cx="3810000" cy="1485900"/>
          </a:xfrm>
          <a:prstGeom prst="roundRect">
            <a:avLst>
              <a:gd name="adj" fmla="val 862"/>
            </a:avLst>
          </a:prstGeom>
          <a:solidFill>
            <a:schemeClr val="tx1">
              <a:alpha val="1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none" lIns="187569" tIns="187569" rIns="187569" bIns="187569" anchor="ctr">
            <a:noAutofit/>
          </a:bodyPr>
          <a:lstStyle/>
          <a:p>
            <a:pPr eaLnBrk="0" hangingPunct="0">
              <a:lnSpc>
                <a:spcPct val="110000"/>
              </a:lnSpc>
              <a:buClr>
                <a:srgbClr val="6699CC"/>
              </a:buClr>
              <a:buSzPct val="110000"/>
              <a:defRPr/>
            </a:pPr>
            <a:endParaRPr lang="fr-FR" sz="1477">
              <a:solidFill>
                <a:srgbClr val="FFFFFF"/>
              </a:solidFill>
              <a:latin typeface="Arial Nova Condensed" panose="020B0506020202020204" pitchFamily="34" charset="0"/>
              <a:cs typeface="Arial Narrow"/>
            </a:endParaRPr>
          </a:p>
        </p:txBody>
      </p:sp>
      <p:pic>
        <p:nvPicPr>
          <p:cNvPr id="8" name="Graphic 5 format margin gutterc">
            <a:extLst>
              <a:ext uri="{FF2B5EF4-FFF2-40B4-BE49-F238E27FC236}">
                <a16:creationId xmlns:a16="http://schemas.microsoft.com/office/drawing/2014/main" id="{D31C0C14-08A6-3B4C-9C6F-CF9808FAEE2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56511" y="1217980"/>
            <a:ext cx="1524000" cy="1369399"/>
          </a:xfrm>
          <a:prstGeom prst="rect">
            <a:avLst/>
          </a:prstGeom>
        </p:spPr>
      </p:pic>
      <p:sp>
        <p:nvSpPr>
          <p:cNvPr id="5" name="TextBox 4 format margin gutterc">
            <a:extLst>
              <a:ext uri="{FF2B5EF4-FFF2-40B4-BE49-F238E27FC236}">
                <a16:creationId xmlns:a16="http://schemas.microsoft.com/office/drawing/2014/main" id="{3E784DC0-1BE2-6F4C-ACC9-20ECECB49B2F}"/>
              </a:ext>
            </a:extLst>
          </p:cNvPr>
          <p:cNvSpPr txBox="1"/>
          <p:nvPr userDrawn="1"/>
        </p:nvSpPr>
        <p:spPr>
          <a:xfrm>
            <a:off x="297995" y="2768735"/>
            <a:ext cx="3441033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138 avenue des Champs Élysées − 75008 Paris</a:t>
            </a:r>
          </a:p>
        </p:txBody>
      </p:sp>
      <p:sp>
        <p:nvSpPr>
          <p:cNvPr id="15" name="TextBox 4 format margin gutterc">
            <a:extLst>
              <a:ext uri="{FF2B5EF4-FFF2-40B4-BE49-F238E27FC236}">
                <a16:creationId xmlns:a16="http://schemas.microsoft.com/office/drawing/2014/main" id="{E026B994-26A3-BE44-AE79-CA8AFE90F997}"/>
              </a:ext>
            </a:extLst>
          </p:cNvPr>
          <p:cNvSpPr txBox="1"/>
          <p:nvPr userDrawn="1"/>
        </p:nvSpPr>
        <p:spPr>
          <a:xfrm>
            <a:off x="297995" y="3264035"/>
            <a:ext cx="3441033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www.colombus-consulting.com</a:t>
            </a:r>
          </a:p>
        </p:txBody>
      </p:sp>
      <p:sp>
        <p:nvSpPr>
          <p:cNvPr id="20" name="TextBox 4 format margin gutterc">
            <a:extLst>
              <a:ext uri="{FF2B5EF4-FFF2-40B4-BE49-F238E27FC236}">
                <a16:creationId xmlns:a16="http://schemas.microsoft.com/office/drawing/2014/main" id="{39586B2E-BD4F-BE43-816D-C3DC1741DAEE}"/>
              </a:ext>
            </a:extLst>
          </p:cNvPr>
          <p:cNvSpPr txBox="1"/>
          <p:nvPr userDrawn="1"/>
        </p:nvSpPr>
        <p:spPr>
          <a:xfrm>
            <a:off x="297995" y="3016385"/>
            <a:ext cx="3441033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Téléphone : +33 (0)1 42 81 81 50</a:t>
            </a:r>
          </a:p>
        </p:txBody>
      </p:sp>
      <p:sp>
        <p:nvSpPr>
          <p:cNvPr id="2" name="Rounded Rectangle 7 format margin gutterc">
            <a:extLst>
              <a:ext uri="{FF2B5EF4-FFF2-40B4-BE49-F238E27FC236}">
                <a16:creationId xmlns:a16="http://schemas.microsoft.com/office/drawing/2014/main" id="{9AC195E1-6862-657D-4079-5C94AB65410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57575" y="4187120"/>
            <a:ext cx="3810000" cy="1485900"/>
          </a:xfrm>
          <a:prstGeom prst="roundRect">
            <a:avLst>
              <a:gd name="adj" fmla="val 862"/>
            </a:avLst>
          </a:prstGeom>
          <a:solidFill>
            <a:schemeClr val="tx1">
              <a:alpha val="1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none" lIns="187569" tIns="187569" rIns="187569" bIns="187569" anchor="ctr">
            <a:noAutofit/>
          </a:bodyPr>
          <a:lstStyle/>
          <a:p>
            <a:pPr eaLnBrk="0" hangingPunct="0">
              <a:lnSpc>
                <a:spcPct val="110000"/>
              </a:lnSpc>
              <a:buClr>
                <a:srgbClr val="6699CC"/>
              </a:buClr>
              <a:buSzPct val="110000"/>
              <a:defRPr/>
            </a:pPr>
            <a:endParaRPr lang="fr-FR" sz="1477">
              <a:solidFill>
                <a:srgbClr val="FFFFFF"/>
              </a:solidFill>
              <a:latin typeface="Arial Nova Condensed" panose="020B0506020202020204" pitchFamily="34" charset="0"/>
              <a:cs typeface="Arial Narrow"/>
            </a:endParaRPr>
          </a:p>
        </p:txBody>
      </p:sp>
      <p:pic>
        <p:nvPicPr>
          <p:cNvPr id="10" name="Picture 7" descr="A white logo on a black background&#10;&#10;Description automatically generated">
            <a:extLst>
              <a:ext uri="{FF2B5EF4-FFF2-40B4-BE49-F238E27FC236}">
                <a16:creationId xmlns:a16="http://schemas.microsoft.com/office/drawing/2014/main" id="{96307F2B-8626-09CC-82B3-70F6FB3361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01846" y="1376526"/>
            <a:ext cx="1777395" cy="1052307"/>
          </a:xfrm>
          <a:prstGeom prst="rect">
            <a:avLst/>
          </a:prstGeom>
        </p:spPr>
      </p:pic>
      <p:sp>
        <p:nvSpPr>
          <p:cNvPr id="12" name="TextBox 4 format margin gutterc">
            <a:extLst>
              <a:ext uri="{FF2B5EF4-FFF2-40B4-BE49-F238E27FC236}">
                <a16:creationId xmlns:a16="http://schemas.microsoft.com/office/drawing/2014/main" id="{7D04A1CB-0947-8437-9720-6B3C03B16B68}"/>
              </a:ext>
            </a:extLst>
          </p:cNvPr>
          <p:cNvSpPr txBox="1"/>
          <p:nvPr userDrawn="1"/>
        </p:nvSpPr>
        <p:spPr>
          <a:xfrm>
            <a:off x="4370027" y="2768735"/>
            <a:ext cx="3441033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69 rue Marx Dormoy − 75018 Paris</a:t>
            </a:r>
          </a:p>
        </p:txBody>
      </p:sp>
      <p:sp>
        <p:nvSpPr>
          <p:cNvPr id="16" name="TextBox 4 format margin gutterc">
            <a:extLst>
              <a:ext uri="{FF2B5EF4-FFF2-40B4-BE49-F238E27FC236}">
                <a16:creationId xmlns:a16="http://schemas.microsoft.com/office/drawing/2014/main" id="{D15FCC44-80B6-9034-F8AB-EEA652B61BEF}"/>
              </a:ext>
            </a:extLst>
          </p:cNvPr>
          <p:cNvSpPr txBox="1"/>
          <p:nvPr userDrawn="1"/>
        </p:nvSpPr>
        <p:spPr>
          <a:xfrm>
            <a:off x="4370027" y="3264035"/>
            <a:ext cx="3441033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www.blue-arches.com</a:t>
            </a:r>
          </a:p>
        </p:txBody>
      </p:sp>
      <p:sp>
        <p:nvSpPr>
          <p:cNvPr id="21" name="TextBox 4 format margin gutterc">
            <a:extLst>
              <a:ext uri="{FF2B5EF4-FFF2-40B4-BE49-F238E27FC236}">
                <a16:creationId xmlns:a16="http://schemas.microsoft.com/office/drawing/2014/main" id="{D1C92BAA-D96A-21A8-D102-EBAB750BD8B0}"/>
              </a:ext>
            </a:extLst>
          </p:cNvPr>
          <p:cNvSpPr txBox="1"/>
          <p:nvPr userDrawn="1"/>
        </p:nvSpPr>
        <p:spPr>
          <a:xfrm>
            <a:off x="4370027" y="3016385"/>
            <a:ext cx="3441033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Téléphone : xxxxx</a:t>
            </a:r>
          </a:p>
        </p:txBody>
      </p:sp>
      <p:pic>
        <p:nvPicPr>
          <p:cNvPr id="1026" name="Picture 2" descr="Groupe JL&amp;P | LinkedIn">
            <a:extLst>
              <a:ext uri="{FF2B5EF4-FFF2-40B4-BE49-F238E27FC236}">
                <a16:creationId xmlns:a16="http://schemas.microsoft.com/office/drawing/2014/main" id="{26269CF1-8869-FF4C-2FCC-1D42511CE8C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clrChange>
              <a:clrFrom>
                <a:srgbClr val="27295C"/>
              </a:clrFrom>
              <a:clrTo>
                <a:srgbClr val="27295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24" b="29206"/>
          <a:stretch/>
        </p:blipFill>
        <p:spPr bwMode="auto">
          <a:xfrm>
            <a:off x="9210075" y="1541977"/>
            <a:ext cx="1905000" cy="721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4 format margin gutterc">
            <a:extLst>
              <a:ext uri="{FF2B5EF4-FFF2-40B4-BE49-F238E27FC236}">
                <a16:creationId xmlns:a16="http://schemas.microsoft.com/office/drawing/2014/main" id="{BE413F59-8312-388A-7F11-B917F7060A9A}"/>
              </a:ext>
            </a:extLst>
          </p:cNvPr>
          <p:cNvSpPr txBox="1"/>
          <p:nvPr userDrawn="1"/>
        </p:nvSpPr>
        <p:spPr>
          <a:xfrm>
            <a:off x="8442059" y="2862396"/>
            <a:ext cx="3441033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31 rue de Bègles – 33800 Bordeaux</a:t>
            </a:r>
          </a:p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Téléphone : xxxxx</a:t>
            </a:r>
          </a:p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www.jlandp.com</a:t>
            </a:r>
          </a:p>
        </p:txBody>
      </p:sp>
    </p:spTree>
    <p:extLst>
      <p:ext uri="{BB962C8B-B14F-4D97-AF65-F5344CB8AC3E}">
        <p14:creationId xmlns:p14="http://schemas.microsoft.com/office/powerpoint/2010/main" val="56037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ferenc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 format margin">
            <a:extLst>
              <a:ext uri="{FF2B5EF4-FFF2-40B4-BE49-F238E27FC236}">
                <a16:creationId xmlns:a16="http://schemas.microsoft.com/office/drawing/2014/main" id="{19DCBC0E-D634-F54F-97B8-A92F916EE8ED}"/>
              </a:ext>
            </a:extLst>
          </p:cNvPr>
          <p:cNvSpPr/>
          <p:nvPr userDrawn="1"/>
        </p:nvSpPr>
        <p:spPr>
          <a:xfrm>
            <a:off x="609601" y="0"/>
            <a:ext cx="4114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9" name="Rectangle 3 format margin">
            <a:extLst>
              <a:ext uri="{FF2B5EF4-FFF2-40B4-BE49-F238E27FC236}">
                <a16:creationId xmlns:a16="http://schemas.microsoft.com/office/drawing/2014/main" id="{CED44636-30E2-534A-B7C9-289A1C9428A8}"/>
              </a:ext>
            </a:extLst>
          </p:cNvPr>
          <p:cNvSpPr/>
          <p:nvPr userDrawn="1"/>
        </p:nvSpPr>
        <p:spPr>
          <a:xfrm>
            <a:off x="609601" y="1300164"/>
            <a:ext cx="4114800" cy="12572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11" name="Freeform 17 format margin gutterc">
            <a:extLst>
              <a:ext uri="{FF2B5EF4-FFF2-40B4-BE49-F238E27FC236}">
                <a16:creationId xmlns:a16="http://schemas.microsoft.com/office/drawing/2014/main" id="{2EECA1CC-953B-6E47-B4EF-9BE2CA9399B4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62001" y="1384301"/>
            <a:ext cx="3810000" cy="1089025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noFill/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19" name="Content Placeholder 6 format margin gutterc">
            <a:extLst>
              <a:ext uri="{FF2B5EF4-FFF2-40B4-BE49-F238E27FC236}">
                <a16:creationId xmlns:a16="http://schemas.microsoft.com/office/drawing/2014/main" id="{BA92B959-A7D4-5F47-B4BA-331D99482BC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1" y="3281364"/>
            <a:ext cx="3810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5" name="Content Placeholder 6 format margin gutterc">
            <a:extLst>
              <a:ext uri="{FF2B5EF4-FFF2-40B4-BE49-F238E27FC236}">
                <a16:creationId xmlns:a16="http://schemas.microsoft.com/office/drawing/2014/main" id="{A62D0468-D860-A548-A221-FCA1783B5AC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62001" y="3776660"/>
            <a:ext cx="3810000" cy="24765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231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231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231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231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231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" name="Titre 1 format margin gutterc"/>
          <p:cNvSpPr>
            <a:spLocks noGrp="1"/>
          </p:cNvSpPr>
          <p:nvPr>
            <p:ph type="title" hasCustomPrompt="1"/>
          </p:nvPr>
        </p:nvSpPr>
        <p:spPr>
          <a:xfrm>
            <a:off x="762001" y="2662239"/>
            <a:ext cx="3810000" cy="619125"/>
          </a:xfrm>
        </p:spPr>
        <p:txBody>
          <a:bodyPr lIns="0" tIns="0" rIns="0" bIns="0" anchor="ctr">
            <a:normAutofit/>
          </a:bodyPr>
          <a:lstStyle>
            <a:lvl1pPr algn="ctr">
              <a:defRPr sz="2215" b="1" i="0">
                <a:solidFill>
                  <a:schemeClr val="bg1"/>
                </a:solidFill>
                <a:uFillTx/>
                <a:latin typeface="Arial Nova Condensed" panose="020B0506020202020204" pitchFamily="34" charset="0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32" name="Text Placeholder 7 format margin gutterc">
            <a:extLst>
              <a:ext uri="{FF2B5EF4-FFF2-40B4-BE49-F238E27FC236}">
                <a16:creationId xmlns:a16="http://schemas.microsoft.com/office/drawing/2014/main" id="{6C0EB681-2BED-464C-8537-0F482E2987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91201" y="681041"/>
            <a:ext cx="5638800" cy="1300163"/>
          </a:xfrm>
          <a:solidFill>
            <a:schemeClr val="bg2">
              <a:lumMod val="95000"/>
            </a:schemeClr>
          </a:solidFill>
        </p:spPr>
        <p:txBody>
          <a:bodyPr lIns="76200" tIns="76200" rIns="76200" bIns="76200" anchor="ctr"/>
          <a:lstStyle>
            <a:lvl1pPr>
              <a:lnSpc>
                <a:spcPct val="120000"/>
              </a:lnSpc>
              <a:defRPr>
                <a:solidFill>
                  <a:schemeClr val="accent3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accent3"/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accent3"/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accent3"/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Text Placeholder 7 format margin gutterc">
            <a:extLst>
              <a:ext uri="{FF2B5EF4-FFF2-40B4-BE49-F238E27FC236}">
                <a16:creationId xmlns:a16="http://schemas.microsoft.com/office/drawing/2014/main" id="{C540BC79-95EA-FD47-B579-1E30A5131DE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91199" y="371476"/>
            <a:ext cx="5638800" cy="309563"/>
          </a:xfrm>
          <a:solidFill>
            <a:schemeClr val="tx2"/>
          </a:solidFill>
        </p:spPr>
        <p:txBody>
          <a:bodyPr lIns="0" tIns="0" rIns="0" bIns="38100" anchor="ctr"/>
          <a:lstStyle>
            <a:lvl1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1pPr>
            <a:lvl2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3pPr>
            <a:lvl4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4pPr>
            <a:lvl5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Text Placeholder 7 format margin gutterc">
            <a:extLst>
              <a:ext uri="{FF2B5EF4-FFF2-40B4-BE49-F238E27FC236}">
                <a16:creationId xmlns:a16="http://schemas.microsoft.com/office/drawing/2014/main" id="{23D92656-79EC-3F4B-9110-2C792587A5D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791201" y="2414587"/>
            <a:ext cx="5638800" cy="2228850"/>
          </a:xfrm>
          <a:solidFill>
            <a:schemeClr val="bg2">
              <a:lumMod val="95000"/>
            </a:schemeClr>
          </a:solidFill>
        </p:spPr>
        <p:txBody>
          <a:bodyPr lIns="76200" tIns="76200" rIns="76200" bIns="76200" anchor="ctr"/>
          <a:lstStyle>
            <a:lvl1pPr>
              <a:lnSpc>
                <a:spcPct val="120000"/>
              </a:lnSpc>
              <a:defRPr>
                <a:solidFill>
                  <a:schemeClr val="accent3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accent3"/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accent3"/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accent3"/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Text Placeholder 7 format margin gutterc">
            <a:extLst>
              <a:ext uri="{FF2B5EF4-FFF2-40B4-BE49-F238E27FC236}">
                <a16:creationId xmlns:a16="http://schemas.microsoft.com/office/drawing/2014/main" id="{96DCAEB0-D04A-1C48-A852-63A85461150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91199" y="2105026"/>
            <a:ext cx="5638800" cy="309563"/>
          </a:xfrm>
          <a:solidFill>
            <a:schemeClr val="tx2"/>
          </a:solidFill>
        </p:spPr>
        <p:txBody>
          <a:bodyPr lIns="0" tIns="0" rIns="0" bIns="38100" anchor="ctr"/>
          <a:lstStyle>
            <a:lvl1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1pPr>
            <a:lvl2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3pPr>
            <a:lvl4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4pPr>
            <a:lvl5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5" name="Text Placeholder 7 format margin gutterc">
            <a:extLst>
              <a:ext uri="{FF2B5EF4-FFF2-40B4-BE49-F238E27FC236}">
                <a16:creationId xmlns:a16="http://schemas.microsoft.com/office/drawing/2014/main" id="{C78F3B7D-F04C-F544-8937-0B09B400826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791201" y="5076826"/>
            <a:ext cx="5638800" cy="1300163"/>
          </a:xfrm>
          <a:solidFill>
            <a:schemeClr val="bg2">
              <a:lumMod val="95000"/>
            </a:schemeClr>
          </a:solidFill>
        </p:spPr>
        <p:txBody>
          <a:bodyPr lIns="76200" tIns="76200" rIns="76200" bIns="76200" numCol="2" spcCol="360000" anchor="ctr"/>
          <a:lstStyle>
            <a:lvl1pPr>
              <a:lnSpc>
                <a:spcPct val="120000"/>
              </a:lnSpc>
              <a:defRPr>
                <a:solidFill>
                  <a:schemeClr val="accent3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accent3"/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accent3"/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accent3"/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6" name="Text Placeholder 7 format margin gutterc">
            <a:extLst>
              <a:ext uri="{FF2B5EF4-FFF2-40B4-BE49-F238E27FC236}">
                <a16:creationId xmlns:a16="http://schemas.microsoft.com/office/drawing/2014/main" id="{EC6952C0-07E9-504F-8859-1F217214D12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91199" y="4767264"/>
            <a:ext cx="5638800" cy="309563"/>
          </a:xfrm>
          <a:solidFill>
            <a:schemeClr val="tx2"/>
          </a:solidFill>
        </p:spPr>
        <p:txBody>
          <a:bodyPr lIns="0" tIns="0" rIns="0" bIns="38100" anchor="ctr"/>
          <a:lstStyle>
            <a:lvl1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1pPr>
            <a:lvl2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3pPr>
            <a:lvl4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4pPr>
            <a:lvl5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529FFB-B481-EC49-AA92-6A5F812536DF}"/>
              </a:ext>
            </a:extLst>
          </p:cNvPr>
          <p:cNvSpPr txBox="1"/>
          <p:nvPr userDrawn="1"/>
        </p:nvSpPr>
        <p:spPr>
          <a:xfrm>
            <a:off x="5001846" y="29845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endParaRPr lang="fr-FR" sz="1231" err="1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8352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900A349-AC10-1B4C-944D-98197F44F7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" y="2"/>
            <a:ext cx="367836" cy="981075"/>
          </a:xfrm>
          <a:custGeom>
            <a:avLst/>
            <a:gdLst>
              <a:gd name="connsiteX0" fmla="*/ 0 w 298867"/>
              <a:gd name="connsiteY0" fmla="*/ 0 h 981075"/>
              <a:gd name="connsiteX1" fmla="*/ 298867 w 298867"/>
              <a:gd name="connsiteY1" fmla="*/ 0 h 981075"/>
              <a:gd name="connsiteX2" fmla="*/ 147373 w 298867"/>
              <a:gd name="connsiteY2" fmla="*/ 981075 h 981075"/>
              <a:gd name="connsiteX3" fmla="*/ 0 w 298867"/>
              <a:gd name="connsiteY3" fmla="*/ 981075 h 98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867" h="981075">
                <a:moveTo>
                  <a:pt x="0" y="0"/>
                </a:moveTo>
                <a:lnTo>
                  <a:pt x="298867" y="0"/>
                </a:lnTo>
                <a:lnTo>
                  <a:pt x="147373" y="981075"/>
                </a:lnTo>
                <a:lnTo>
                  <a:pt x="0" y="981075"/>
                </a:lnTo>
                <a:close/>
              </a:path>
            </a:pathLst>
          </a:custGeom>
          <a:solidFill>
            <a:srgbClr val="FFFED6"/>
          </a:solidFill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 algn="ctr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77599" y="6477000"/>
            <a:ext cx="609600" cy="185738"/>
          </a:xfrm>
        </p:spPr>
        <p:txBody>
          <a:bodyPr/>
          <a:lstStyle>
            <a:lvl1pPr>
              <a:defRPr sz="1108"/>
            </a:lvl1pPr>
          </a:lstStyle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305058D-463E-3748-8449-0A1BD7C2D9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1" y="1557338"/>
            <a:ext cx="10668000" cy="467995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856850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uverture bleu">
  <p:cSld name="couverture bleu">
    <p:bg>
      <p:bgPr>
        <a:solidFill>
          <a:schemeClr val="dk2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4"/>
          <p:cNvSpPr txBox="1">
            <a:spLocks noGrp="1"/>
          </p:cNvSpPr>
          <p:nvPr>
            <p:ph type="title"/>
          </p:nvPr>
        </p:nvSpPr>
        <p:spPr>
          <a:xfrm>
            <a:off x="5334001" y="1671639"/>
            <a:ext cx="5638800" cy="154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08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954" b="1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" name="Google Shape;16;p44"/>
          <p:cNvPicPr preferRelativeResize="0"/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77600" y="6191250"/>
            <a:ext cx="609600" cy="44963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4"/>
          <p:cNvSpPr txBox="1">
            <a:spLocks noGrp="1"/>
          </p:cNvSpPr>
          <p:nvPr>
            <p:ph type="body" idx="1"/>
          </p:nvPr>
        </p:nvSpPr>
        <p:spPr>
          <a:xfrm>
            <a:off x="5333999" y="4457701"/>
            <a:ext cx="5638800" cy="1300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562722" lvl="0" indent="-281361" algn="l">
              <a:lnSpc>
                <a:spcPct val="150000"/>
              </a:lnSpc>
              <a:spcBef>
                <a:spcPts val="738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/>
            </a:lvl1pPr>
            <a:lvl2pPr marL="1125444" lvl="1" indent="-359517" algn="l">
              <a:lnSpc>
                <a:spcPct val="150000"/>
              </a:lnSpc>
              <a:spcBef>
                <a:spcPts val="738"/>
              </a:spcBef>
              <a:spcAft>
                <a:spcPts val="0"/>
              </a:spcAft>
              <a:buSzPts val="1000"/>
              <a:buChar char="▪"/>
              <a:defRPr/>
            </a:lvl2pPr>
            <a:lvl3pPr marL="1688165" lvl="2" indent="-359517" algn="l">
              <a:lnSpc>
                <a:spcPct val="150000"/>
              </a:lnSpc>
              <a:spcBef>
                <a:spcPts val="738"/>
              </a:spcBef>
              <a:spcAft>
                <a:spcPts val="0"/>
              </a:spcAft>
              <a:buSzPts val="1000"/>
              <a:buChar char="▪"/>
              <a:defRPr/>
            </a:lvl3pPr>
            <a:lvl4pPr marL="2250887" lvl="3" indent="-359517" algn="l">
              <a:lnSpc>
                <a:spcPct val="150000"/>
              </a:lnSpc>
              <a:spcBef>
                <a:spcPts val="738"/>
              </a:spcBef>
              <a:spcAft>
                <a:spcPts val="0"/>
              </a:spcAft>
              <a:buSzPts val="1000"/>
              <a:buChar char="▪"/>
              <a:defRPr/>
            </a:lvl4pPr>
            <a:lvl5pPr marL="2813609" lvl="4" indent="-359517" algn="l">
              <a:lnSpc>
                <a:spcPct val="150000"/>
              </a:lnSpc>
              <a:spcBef>
                <a:spcPts val="738"/>
              </a:spcBef>
              <a:spcAft>
                <a:spcPts val="0"/>
              </a:spcAft>
              <a:buSzPts val="1000"/>
              <a:buChar char="▪"/>
              <a:defRPr/>
            </a:lvl5pPr>
            <a:lvl6pPr marL="3376331" lvl="5" indent="-422041" algn="l">
              <a:spcBef>
                <a:spcPts val="443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939052" lvl="6" indent="-422041" algn="l">
              <a:spcBef>
                <a:spcPts val="443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4501774" lvl="7" indent="-422041" algn="l">
              <a:spcBef>
                <a:spcPts val="443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5064496" lvl="8" indent="-422041" algn="l">
              <a:spcBef>
                <a:spcPts val="443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6169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titre contenu medium">
  <p:cSld name="image titre contenu medium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65a38f3bea_0_5839"/>
          <p:cNvSpPr>
            <a:spLocks noGrp="1"/>
          </p:cNvSpPr>
          <p:nvPr>
            <p:ph type="pic" idx="2"/>
          </p:nvPr>
        </p:nvSpPr>
        <p:spPr>
          <a:xfrm>
            <a:off x="0" y="0"/>
            <a:ext cx="4439262" cy="6858000"/>
          </a:xfrm>
          <a:prstGeom prst="rect">
            <a:avLst/>
          </a:prstGeom>
          <a:solidFill>
            <a:srgbClr val="FFFED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▪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▪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▪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▪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7" name="Google Shape;397;g65a38f3bea_0_5839"/>
          <p:cNvSpPr txBox="1">
            <a:spLocks noGrp="1"/>
          </p:cNvSpPr>
          <p:nvPr>
            <p:ph type="title"/>
          </p:nvPr>
        </p:nvSpPr>
        <p:spPr>
          <a:xfrm>
            <a:off x="5334001" y="185738"/>
            <a:ext cx="5638892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1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g65a38f3bea_0_5839"/>
          <p:cNvSpPr txBox="1">
            <a:spLocks noGrp="1"/>
          </p:cNvSpPr>
          <p:nvPr>
            <p:ph type="sldNum" idx="12"/>
          </p:nvPr>
        </p:nvSpPr>
        <p:spPr>
          <a:xfrm>
            <a:off x="11277599" y="6445250"/>
            <a:ext cx="609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99" name="Google Shape;399;g65a38f3bea_0_5839"/>
          <p:cNvSpPr txBox="1">
            <a:spLocks noGrp="1"/>
          </p:cNvSpPr>
          <p:nvPr>
            <p:ph type="body" idx="1"/>
          </p:nvPr>
        </p:nvSpPr>
        <p:spPr>
          <a:xfrm>
            <a:off x="5334000" y="1547814"/>
            <a:ext cx="5638892" cy="47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>
                <a:solidFill>
                  <a:schemeClr val="accent3"/>
                </a:solidFill>
              </a:defRPr>
            </a:lvl1pPr>
            <a:lvl2pPr marL="914400" lvl="1" indent="-29210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>
                <a:solidFill>
                  <a:schemeClr val="accent3"/>
                </a:solidFill>
              </a:defRPr>
            </a:lvl2pPr>
            <a:lvl3pPr marL="1371600" lvl="2" indent="-292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▪"/>
              <a:defRPr>
                <a:solidFill>
                  <a:schemeClr val="accent3"/>
                </a:solidFill>
              </a:defRPr>
            </a:lvl3pPr>
            <a:lvl4pPr marL="1828800" lvl="3" indent="-292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▪"/>
              <a:defRPr>
                <a:solidFill>
                  <a:schemeClr val="accent3"/>
                </a:solidFill>
              </a:defRPr>
            </a:lvl4pPr>
            <a:lvl5pPr marL="2286000" lvl="4" indent="-292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▪"/>
              <a:defRPr>
                <a:solidFill>
                  <a:schemeClr val="accent3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1128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5313-C154-4EA4-A4E4-98F2BD5B7E14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88D844-9085-C8F6-F5D0-F35915DE5155}"/>
              </a:ext>
            </a:extLst>
          </p:cNvPr>
          <p:cNvSpPr/>
          <p:nvPr userDrawn="1"/>
        </p:nvSpPr>
        <p:spPr>
          <a:xfrm>
            <a:off x="240919" y="-11270"/>
            <a:ext cx="4358457" cy="6869270"/>
          </a:xfrm>
          <a:prstGeom prst="rect">
            <a:avLst/>
          </a:prstGeom>
          <a:solidFill>
            <a:srgbClr val="0031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17F7198D-3863-F786-C8B4-9F7DFFDB2B4C}"/>
              </a:ext>
            </a:extLst>
          </p:cNvPr>
          <p:cNvCxnSpPr>
            <a:cxnSpLocks/>
          </p:cNvCxnSpPr>
          <p:nvPr userDrawn="1"/>
        </p:nvCxnSpPr>
        <p:spPr>
          <a:xfrm>
            <a:off x="4318636" y="937354"/>
            <a:ext cx="1151616" cy="0"/>
          </a:xfrm>
          <a:prstGeom prst="line">
            <a:avLst/>
          </a:prstGeom>
          <a:ln w="28575">
            <a:solidFill>
              <a:srgbClr val="0031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8C977DE-9D9A-35B5-B5D1-4236AA3706A4}"/>
              </a:ext>
            </a:extLst>
          </p:cNvPr>
          <p:cNvSpPr/>
          <p:nvPr userDrawn="1"/>
        </p:nvSpPr>
        <p:spPr>
          <a:xfrm>
            <a:off x="5050996" y="789502"/>
            <a:ext cx="7043573" cy="295704"/>
          </a:xfrm>
          <a:prstGeom prst="roundRect">
            <a:avLst/>
          </a:prstGeom>
          <a:solidFill>
            <a:srgbClr val="00313F"/>
          </a:solidFill>
          <a:ln>
            <a:solidFill>
              <a:srgbClr val="0031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Expériences significatives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46CB4A50-F25B-2A30-777B-065B7F6A2D22}"/>
              </a:ext>
            </a:extLst>
          </p:cNvPr>
          <p:cNvCxnSpPr>
            <a:cxnSpLocks/>
          </p:cNvCxnSpPr>
          <p:nvPr userDrawn="1"/>
        </p:nvCxnSpPr>
        <p:spPr>
          <a:xfrm>
            <a:off x="4318636" y="246016"/>
            <a:ext cx="1151616" cy="0"/>
          </a:xfrm>
          <a:prstGeom prst="line">
            <a:avLst/>
          </a:prstGeom>
          <a:ln w="28575">
            <a:solidFill>
              <a:srgbClr val="0031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C83192A-30F3-2FB1-02E6-5A4E32FB97E4}"/>
              </a:ext>
            </a:extLst>
          </p:cNvPr>
          <p:cNvSpPr/>
          <p:nvPr userDrawn="1"/>
        </p:nvSpPr>
        <p:spPr>
          <a:xfrm>
            <a:off x="5050996" y="98164"/>
            <a:ext cx="7043573" cy="295704"/>
          </a:xfrm>
          <a:prstGeom prst="roundRect">
            <a:avLst/>
          </a:prstGeom>
          <a:solidFill>
            <a:srgbClr val="00313F"/>
          </a:solidFill>
          <a:ln>
            <a:solidFill>
              <a:srgbClr val="0031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Formations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840FA62-FF74-3D5C-E5D8-ABDE1C39DEE1}"/>
              </a:ext>
            </a:extLst>
          </p:cNvPr>
          <p:cNvSpPr txBox="1"/>
          <p:nvPr userDrawn="1"/>
        </p:nvSpPr>
        <p:spPr>
          <a:xfrm>
            <a:off x="1266947" y="4966313"/>
            <a:ext cx="2472934" cy="246221"/>
          </a:xfrm>
          <a:prstGeom prst="rect">
            <a:avLst/>
          </a:prstGeom>
          <a:noFill/>
          <a:ln>
            <a:solidFill>
              <a:srgbClr val="335A65"/>
            </a:solidFill>
          </a:ln>
        </p:spPr>
        <p:txBody>
          <a:bodyPr wrap="square" rtlCol="0">
            <a:spAutoFit/>
          </a:bodyPr>
          <a:lstStyle/>
          <a:p>
            <a:pPr marL="857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rPr>
              <a:t>Compétences</a:t>
            </a:r>
          </a:p>
        </p:txBody>
      </p:sp>
      <p:pic>
        <p:nvPicPr>
          <p:cNvPr id="18" name="cover-ornament format margin gutterc">
            <a:extLst>
              <a:ext uri="{FF2B5EF4-FFF2-40B4-BE49-F238E27FC236}">
                <a16:creationId xmlns:a16="http://schemas.microsoft.com/office/drawing/2014/main" id="{7AB8D078-9F49-7739-F1E7-D6912D176B7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788" y="24754"/>
            <a:ext cx="2708672" cy="3033713"/>
          </a:xfrm>
          <a:prstGeom prst="rect">
            <a:avLst/>
          </a:prstGeom>
        </p:spPr>
      </p:pic>
      <p:pic>
        <p:nvPicPr>
          <p:cNvPr id="31" name="Picture 2">
            <a:extLst>
              <a:ext uri="{FF2B5EF4-FFF2-40B4-BE49-F238E27FC236}">
                <a16:creationId xmlns:a16="http://schemas.microsoft.com/office/drawing/2014/main" id="{F69DF605-75D9-2F96-8B9B-8EE0E4CC77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17" y="2560096"/>
            <a:ext cx="638355" cy="591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Espace réservé du texte 37">
            <a:extLst>
              <a:ext uri="{FF2B5EF4-FFF2-40B4-BE49-F238E27FC236}">
                <a16:creationId xmlns:a16="http://schemas.microsoft.com/office/drawing/2014/main" id="{6E5F2F8E-97A1-620D-8E87-994C731BE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49447" y="393700"/>
            <a:ext cx="7245715" cy="32806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Clr>
                <a:srgbClr val="FF8200"/>
              </a:buClr>
              <a:defRPr lang="fr-FR" sz="1000" b="0" i="0" u="none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fr-FR" sz="1000" b="1" i="0" u="sng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Espace réservé du texte 40">
            <a:extLst>
              <a:ext uri="{FF2B5EF4-FFF2-40B4-BE49-F238E27FC236}">
                <a16:creationId xmlns:a16="http://schemas.microsoft.com/office/drawing/2014/main" id="{CE51FC90-F90B-8EFC-B1F2-B9A34F22BF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155" y="3077946"/>
            <a:ext cx="3974682" cy="452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kumimoji="0" lang="fr-FR" sz="1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2" name="Espace réservé du texte 40">
            <a:extLst>
              <a:ext uri="{FF2B5EF4-FFF2-40B4-BE49-F238E27FC236}">
                <a16:creationId xmlns:a16="http://schemas.microsoft.com/office/drawing/2014/main" id="{8F1B0F01-95A9-5A38-34DB-C38BC2CF44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8718" y="3644562"/>
            <a:ext cx="3966312" cy="124790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kumimoji="0" lang="fr-FR" sz="9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4" name="Espace réservé du texte 43">
            <a:extLst>
              <a:ext uri="{FF2B5EF4-FFF2-40B4-BE49-F238E27FC236}">
                <a16:creationId xmlns:a16="http://schemas.microsoft.com/office/drawing/2014/main" id="{2D770789-44BC-649F-852D-40D299D391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3575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6" name="Espace réservé du texte 43">
            <a:extLst>
              <a:ext uri="{FF2B5EF4-FFF2-40B4-BE49-F238E27FC236}">
                <a16:creationId xmlns:a16="http://schemas.microsoft.com/office/drawing/2014/main" id="{FEAEC89C-1356-795E-2274-5CEBE80EFE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22140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7" name="Espace réservé du texte 43">
            <a:extLst>
              <a:ext uri="{FF2B5EF4-FFF2-40B4-BE49-F238E27FC236}">
                <a16:creationId xmlns:a16="http://schemas.microsoft.com/office/drawing/2014/main" id="{FBD9FE52-4FD2-CAE8-259E-19238D13F1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0155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8" name="Espace réservé du texte 43">
            <a:extLst>
              <a:ext uri="{FF2B5EF4-FFF2-40B4-BE49-F238E27FC236}">
                <a16:creationId xmlns:a16="http://schemas.microsoft.com/office/drawing/2014/main" id="{F862F74F-AB0B-EF58-6037-1D5694A7CA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22140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9" name="Espace réservé du texte 43">
            <a:extLst>
              <a:ext uri="{FF2B5EF4-FFF2-40B4-BE49-F238E27FC236}">
                <a16:creationId xmlns:a16="http://schemas.microsoft.com/office/drawing/2014/main" id="{2CCF16BB-07E8-BEBD-A41A-3879AB072BC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2140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0" name="Espace réservé du texte 43">
            <a:extLst>
              <a:ext uri="{FF2B5EF4-FFF2-40B4-BE49-F238E27FC236}">
                <a16:creationId xmlns:a16="http://schemas.microsoft.com/office/drawing/2014/main" id="{F07C3DE6-C06C-DAE4-9D7D-5A2F1B56E2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0154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1" name="Espace réservé du texte 43">
            <a:extLst>
              <a:ext uri="{FF2B5EF4-FFF2-40B4-BE49-F238E27FC236}">
                <a16:creationId xmlns:a16="http://schemas.microsoft.com/office/drawing/2014/main" id="{31EED93A-7FB0-98A9-6B1C-5F3FA0A4F3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154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2" name="Espace réservé du texte 43">
            <a:extLst>
              <a:ext uri="{FF2B5EF4-FFF2-40B4-BE49-F238E27FC236}">
                <a16:creationId xmlns:a16="http://schemas.microsoft.com/office/drawing/2014/main" id="{53240AA2-E4E6-A30F-1DD3-4DC99A3680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03574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3" name="Espace réservé du texte 43">
            <a:extLst>
              <a:ext uri="{FF2B5EF4-FFF2-40B4-BE49-F238E27FC236}">
                <a16:creationId xmlns:a16="http://schemas.microsoft.com/office/drawing/2014/main" id="{AEF25F3B-0CBA-8CF8-B7C7-94A977EE98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03574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4" name="Espace réservé du texte 37">
            <a:extLst>
              <a:ext uri="{FF2B5EF4-FFF2-40B4-BE49-F238E27FC236}">
                <a16:creationId xmlns:a16="http://schemas.microsoft.com/office/drawing/2014/main" id="{2547A7B9-49F7-8E00-5467-5953CBDA1A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49447" y="1098672"/>
            <a:ext cx="7245715" cy="32806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Clr>
                <a:srgbClr val="FF8200"/>
              </a:buCl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fr-FR" sz="1000" b="1" i="0" u="sng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Pour xxx</a:t>
            </a:r>
          </a:p>
        </p:txBody>
      </p:sp>
    </p:spTree>
    <p:extLst>
      <p:ext uri="{BB962C8B-B14F-4D97-AF65-F5344CB8AC3E}">
        <p14:creationId xmlns:p14="http://schemas.microsoft.com/office/powerpoint/2010/main" val="28936450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5313-C154-4EA4-A4E4-98F2BD5B7E14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88D844-9085-C8F6-F5D0-F35915DE5155}"/>
              </a:ext>
            </a:extLst>
          </p:cNvPr>
          <p:cNvSpPr/>
          <p:nvPr userDrawn="1"/>
        </p:nvSpPr>
        <p:spPr>
          <a:xfrm>
            <a:off x="240919" y="-11270"/>
            <a:ext cx="4358457" cy="6869270"/>
          </a:xfrm>
          <a:prstGeom prst="rect">
            <a:avLst/>
          </a:prstGeom>
          <a:solidFill>
            <a:srgbClr val="0031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17F7198D-3863-F786-C8B4-9F7DFFDB2B4C}"/>
              </a:ext>
            </a:extLst>
          </p:cNvPr>
          <p:cNvCxnSpPr>
            <a:cxnSpLocks/>
          </p:cNvCxnSpPr>
          <p:nvPr userDrawn="1"/>
        </p:nvCxnSpPr>
        <p:spPr>
          <a:xfrm>
            <a:off x="4318636" y="937354"/>
            <a:ext cx="1151616" cy="0"/>
          </a:xfrm>
          <a:prstGeom prst="line">
            <a:avLst/>
          </a:prstGeom>
          <a:ln w="28575">
            <a:solidFill>
              <a:srgbClr val="0031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8C977DE-9D9A-35B5-B5D1-4236AA3706A4}"/>
              </a:ext>
            </a:extLst>
          </p:cNvPr>
          <p:cNvSpPr/>
          <p:nvPr userDrawn="1"/>
        </p:nvSpPr>
        <p:spPr>
          <a:xfrm>
            <a:off x="5050996" y="789502"/>
            <a:ext cx="7043573" cy="295704"/>
          </a:xfrm>
          <a:prstGeom prst="roundRect">
            <a:avLst/>
          </a:prstGeom>
          <a:solidFill>
            <a:srgbClr val="00313F"/>
          </a:solidFill>
          <a:ln>
            <a:solidFill>
              <a:srgbClr val="0031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Expériences significatives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46CB4A50-F25B-2A30-777B-065B7F6A2D22}"/>
              </a:ext>
            </a:extLst>
          </p:cNvPr>
          <p:cNvCxnSpPr>
            <a:cxnSpLocks/>
          </p:cNvCxnSpPr>
          <p:nvPr userDrawn="1"/>
        </p:nvCxnSpPr>
        <p:spPr>
          <a:xfrm>
            <a:off x="4318636" y="246016"/>
            <a:ext cx="1151616" cy="0"/>
          </a:xfrm>
          <a:prstGeom prst="line">
            <a:avLst/>
          </a:prstGeom>
          <a:ln w="28575">
            <a:solidFill>
              <a:srgbClr val="0031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C83192A-30F3-2FB1-02E6-5A4E32FB97E4}"/>
              </a:ext>
            </a:extLst>
          </p:cNvPr>
          <p:cNvSpPr/>
          <p:nvPr userDrawn="1"/>
        </p:nvSpPr>
        <p:spPr>
          <a:xfrm>
            <a:off x="5050996" y="98164"/>
            <a:ext cx="7043573" cy="295704"/>
          </a:xfrm>
          <a:prstGeom prst="roundRect">
            <a:avLst/>
          </a:prstGeom>
          <a:solidFill>
            <a:srgbClr val="00313F"/>
          </a:solidFill>
          <a:ln>
            <a:solidFill>
              <a:srgbClr val="0031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Formations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840FA62-FF74-3D5C-E5D8-ABDE1C39DEE1}"/>
              </a:ext>
            </a:extLst>
          </p:cNvPr>
          <p:cNvSpPr txBox="1"/>
          <p:nvPr userDrawn="1"/>
        </p:nvSpPr>
        <p:spPr>
          <a:xfrm>
            <a:off x="1266947" y="4966313"/>
            <a:ext cx="2472934" cy="246221"/>
          </a:xfrm>
          <a:prstGeom prst="rect">
            <a:avLst/>
          </a:prstGeom>
          <a:noFill/>
          <a:ln>
            <a:solidFill>
              <a:srgbClr val="335A65"/>
            </a:solidFill>
          </a:ln>
        </p:spPr>
        <p:txBody>
          <a:bodyPr wrap="square" rtlCol="0">
            <a:spAutoFit/>
          </a:bodyPr>
          <a:lstStyle/>
          <a:p>
            <a:pPr marL="857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rPr>
              <a:t>Compétences</a:t>
            </a:r>
          </a:p>
        </p:txBody>
      </p:sp>
      <p:pic>
        <p:nvPicPr>
          <p:cNvPr id="18" name="cover-ornament format margin gutterc">
            <a:extLst>
              <a:ext uri="{FF2B5EF4-FFF2-40B4-BE49-F238E27FC236}">
                <a16:creationId xmlns:a16="http://schemas.microsoft.com/office/drawing/2014/main" id="{7AB8D078-9F49-7739-F1E7-D6912D176B7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788" y="24754"/>
            <a:ext cx="2708672" cy="3033713"/>
          </a:xfrm>
          <a:prstGeom prst="rect">
            <a:avLst/>
          </a:prstGeom>
        </p:spPr>
      </p:pic>
      <p:sp>
        <p:nvSpPr>
          <p:cNvPr id="38" name="Espace réservé du texte 37">
            <a:extLst>
              <a:ext uri="{FF2B5EF4-FFF2-40B4-BE49-F238E27FC236}">
                <a16:creationId xmlns:a16="http://schemas.microsoft.com/office/drawing/2014/main" id="{6E5F2F8E-97A1-620D-8E87-994C731BE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49447" y="393700"/>
            <a:ext cx="7245715" cy="32806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Clr>
                <a:srgbClr val="FF8200"/>
              </a:buClr>
              <a:defRPr lang="fr-FR" sz="1000" b="0" i="0" u="none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fr-FR" sz="1000" b="1" i="0" u="sng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Espace réservé du texte 40">
            <a:extLst>
              <a:ext uri="{FF2B5EF4-FFF2-40B4-BE49-F238E27FC236}">
                <a16:creationId xmlns:a16="http://schemas.microsoft.com/office/drawing/2014/main" id="{CE51FC90-F90B-8EFC-B1F2-B9A34F22BF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155" y="3077946"/>
            <a:ext cx="3974682" cy="452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kumimoji="0" lang="fr-FR" sz="1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2" name="Espace réservé du texte 40">
            <a:extLst>
              <a:ext uri="{FF2B5EF4-FFF2-40B4-BE49-F238E27FC236}">
                <a16:creationId xmlns:a16="http://schemas.microsoft.com/office/drawing/2014/main" id="{8F1B0F01-95A9-5A38-34DB-C38BC2CF44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8718" y="3644562"/>
            <a:ext cx="3966312" cy="124790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kumimoji="0" lang="fr-FR" sz="9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4" name="Espace réservé du texte 43">
            <a:extLst>
              <a:ext uri="{FF2B5EF4-FFF2-40B4-BE49-F238E27FC236}">
                <a16:creationId xmlns:a16="http://schemas.microsoft.com/office/drawing/2014/main" id="{2D770789-44BC-649F-852D-40D299D391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3575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6" name="Espace réservé du texte 43">
            <a:extLst>
              <a:ext uri="{FF2B5EF4-FFF2-40B4-BE49-F238E27FC236}">
                <a16:creationId xmlns:a16="http://schemas.microsoft.com/office/drawing/2014/main" id="{FEAEC89C-1356-795E-2274-5CEBE80EFE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22140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7" name="Espace réservé du texte 43">
            <a:extLst>
              <a:ext uri="{FF2B5EF4-FFF2-40B4-BE49-F238E27FC236}">
                <a16:creationId xmlns:a16="http://schemas.microsoft.com/office/drawing/2014/main" id="{FBD9FE52-4FD2-CAE8-259E-19238D13F1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0155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8" name="Espace réservé du texte 43">
            <a:extLst>
              <a:ext uri="{FF2B5EF4-FFF2-40B4-BE49-F238E27FC236}">
                <a16:creationId xmlns:a16="http://schemas.microsoft.com/office/drawing/2014/main" id="{F862F74F-AB0B-EF58-6037-1D5694A7CA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22140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9" name="Espace réservé du texte 43">
            <a:extLst>
              <a:ext uri="{FF2B5EF4-FFF2-40B4-BE49-F238E27FC236}">
                <a16:creationId xmlns:a16="http://schemas.microsoft.com/office/drawing/2014/main" id="{2CCF16BB-07E8-BEBD-A41A-3879AB072BC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2140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0" name="Espace réservé du texte 43">
            <a:extLst>
              <a:ext uri="{FF2B5EF4-FFF2-40B4-BE49-F238E27FC236}">
                <a16:creationId xmlns:a16="http://schemas.microsoft.com/office/drawing/2014/main" id="{F07C3DE6-C06C-DAE4-9D7D-5A2F1B56E2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0154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1" name="Espace réservé du texte 43">
            <a:extLst>
              <a:ext uri="{FF2B5EF4-FFF2-40B4-BE49-F238E27FC236}">
                <a16:creationId xmlns:a16="http://schemas.microsoft.com/office/drawing/2014/main" id="{31EED93A-7FB0-98A9-6B1C-5F3FA0A4F3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154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2" name="Espace réservé du texte 43">
            <a:extLst>
              <a:ext uri="{FF2B5EF4-FFF2-40B4-BE49-F238E27FC236}">
                <a16:creationId xmlns:a16="http://schemas.microsoft.com/office/drawing/2014/main" id="{53240AA2-E4E6-A30F-1DD3-4DC99A3680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03574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3" name="Espace réservé du texte 43">
            <a:extLst>
              <a:ext uri="{FF2B5EF4-FFF2-40B4-BE49-F238E27FC236}">
                <a16:creationId xmlns:a16="http://schemas.microsoft.com/office/drawing/2014/main" id="{AEF25F3B-0CBA-8CF8-B7C7-94A977EE98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03574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4" name="Espace réservé du texte 37">
            <a:extLst>
              <a:ext uri="{FF2B5EF4-FFF2-40B4-BE49-F238E27FC236}">
                <a16:creationId xmlns:a16="http://schemas.microsoft.com/office/drawing/2014/main" id="{2547A7B9-49F7-8E00-5467-5953CBDA1A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49447" y="1098672"/>
            <a:ext cx="7245715" cy="32806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Clr>
                <a:srgbClr val="FF8200"/>
              </a:buCl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fr-FR" sz="1000" b="1" i="0" u="sng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Pour xxx</a:t>
            </a:r>
          </a:p>
        </p:txBody>
      </p:sp>
    </p:spTree>
    <p:extLst>
      <p:ext uri="{BB962C8B-B14F-4D97-AF65-F5344CB8AC3E}">
        <p14:creationId xmlns:p14="http://schemas.microsoft.com/office/powerpoint/2010/main" val="16732270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5313-C154-4EA4-A4E4-98F2BD5B7E14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88D844-9085-C8F6-F5D0-F35915DE5155}"/>
              </a:ext>
            </a:extLst>
          </p:cNvPr>
          <p:cNvSpPr/>
          <p:nvPr userDrawn="1"/>
        </p:nvSpPr>
        <p:spPr>
          <a:xfrm>
            <a:off x="240919" y="-11270"/>
            <a:ext cx="4358457" cy="6869270"/>
          </a:xfrm>
          <a:prstGeom prst="rect">
            <a:avLst/>
          </a:prstGeom>
          <a:solidFill>
            <a:srgbClr val="0031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17F7198D-3863-F786-C8B4-9F7DFFDB2B4C}"/>
              </a:ext>
            </a:extLst>
          </p:cNvPr>
          <p:cNvCxnSpPr>
            <a:cxnSpLocks/>
          </p:cNvCxnSpPr>
          <p:nvPr userDrawn="1"/>
        </p:nvCxnSpPr>
        <p:spPr>
          <a:xfrm>
            <a:off x="4318636" y="937354"/>
            <a:ext cx="1151616" cy="0"/>
          </a:xfrm>
          <a:prstGeom prst="line">
            <a:avLst/>
          </a:prstGeom>
          <a:ln w="28575">
            <a:solidFill>
              <a:srgbClr val="0031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8C977DE-9D9A-35B5-B5D1-4236AA3706A4}"/>
              </a:ext>
            </a:extLst>
          </p:cNvPr>
          <p:cNvSpPr/>
          <p:nvPr userDrawn="1"/>
        </p:nvSpPr>
        <p:spPr>
          <a:xfrm>
            <a:off x="5050996" y="789502"/>
            <a:ext cx="7043573" cy="295704"/>
          </a:xfrm>
          <a:prstGeom prst="roundRect">
            <a:avLst/>
          </a:prstGeom>
          <a:solidFill>
            <a:srgbClr val="00313F"/>
          </a:solidFill>
          <a:ln>
            <a:solidFill>
              <a:srgbClr val="0031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Expériences significatives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46CB4A50-F25B-2A30-777B-065B7F6A2D22}"/>
              </a:ext>
            </a:extLst>
          </p:cNvPr>
          <p:cNvCxnSpPr>
            <a:cxnSpLocks/>
          </p:cNvCxnSpPr>
          <p:nvPr userDrawn="1"/>
        </p:nvCxnSpPr>
        <p:spPr>
          <a:xfrm>
            <a:off x="4318636" y="246016"/>
            <a:ext cx="1151616" cy="0"/>
          </a:xfrm>
          <a:prstGeom prst="line">
            <a:avLst/>
          </a:prstGeom>
          <a:ln w="28575">
            <a:solidFill>
              <a:srgbClr val="0031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C83192A-30F3-2FB1-02E6-5A4E32FB97E4}"/>
              </a:ext>
            </a:extLst>
          </p:cNvPr>
          <p:cNvSpPr/>
          <p:nvPr userDrawn="1"/>
        </p:nvSpPr>
        <p:spPr>
          <a:xfrm>
            <a:off x="5050996" y="98164"/>
            <a:ext cx="7043573" cy="295704"/>
          </a:xfrm>
          <a:prstGeom prst="roundRect">
            <a:avLst/>
          </a:prstGeom>
          <a:solidFill>
            <a:srgbClr val="00313F"/>
          </a:solidFill>
          <a:ln>
            <a:solidFill>
              <a:srgbClr val="0031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Formations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840FA62-FF74-3D5C-E5D8-ABDE1C39DEE1}"/>
              </a:ext>
            </a:extLst>
          </p:cNvPr>
          <p:cNvSpPr txBox="1"/>
          <p:nvPr userDrawn="1"/>
        </p:nvSpPr>
        <p:spPr>
          <a:xfrm>
            <a:off x="1266947" y="4966313"/>
            <a:ext cx="2472934" cy="246221"/>
          </a:xfrm>
          <a:prstGeom prst="rect">
            <a:avLst/>
          </a:prstGeom>
          <a:noFill/>
          <a:ln>
            <a:solidFill>
              <a:srgbClr val="335A65"/>
            </a:solidFill>
          </a:ln>
        </p:spPr>
        <p:txBody>
          <a:bodyPr wrap="square" rtlCol="0">
            <a:spAutoFit/>
          </a:bodyPr>
          <a:lstStyle/>
          <a:p>
            <a:pPr marL="857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rPr>
              <a:t>Compétences</a:t>
            </a:r>
          </a:p>
        </p:txBody>
      </p:sp>
      <p:pic>
        <p:nvPicPr>
          <p:cNvPr id="18" name="cover-ornament format margin gutterc">
            <a:extLst>
              <a:ext uri="{FF2B5EF4-FFF2-40B4-BE49-F238E27FC236}">
                <a16:creationId xmlns:a16="http://schemas.microsoft.com/office/drawing/2014/main" id="{7AB8D078-9F49-7739-F1E7-D6912D176B7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788" y="24754"/>
            <a:ext cx="2708672" cy="3033713"/>
          </a:xfrm>
          <a:prstGeom prst="rect">
            <a:avLst/>
          </a:prstGeom>
        </p:spPr>
      </p:pic>
      <p:pic>
        <p:nvPicPr>
          <p:cNvPr id="31" name="Picture 2">
            <a:extLst>
              <a:ext uri="{FF2B5EF4-FFF2-40B4-BE49-F238E27FC236}">
                <a16:creationId xmlns:a16="http://schemas.microsoft.com/office/drawing/2014/main" id="{F69DF605-75D9-2F96-8B9B-8EE0E4CC77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17" y="2560096"/>
            <a:ext cx="638355" cy="591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Espace réservé du texte 37">
            <a:extLst>
              <a:ext uri="{FF2B5EF4-FFF2-40B4-BE49-F238E27FC236}">
                <a16:creationId xmlns:a16="http://schemas.microsoft.com/office/drawing/2014/main" id="{6E5F2F8E-97A1-620D-8E87-994C731BE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49447" y="393700"/>
            <a:ext cx="7245715" cy="32806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Clr>
                <a:srgbClr val="FF8200"/>
              </a:buClr>
              <a:defRPr lang="fr-FR" sz="1000" b="0" i="0" u="none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fr-FR" sz="1000" b="1" i="0" u="sng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Espace réservé du texte 40">
            <a:extLst>
              <a:ext uri="{FF2B5EF4-FFF2-40B4-BE49-F238E27FC236}">
                <a16:creationId xmlns:a16="http://schemas.microsoft.com/office/drawing/2014/main" id="{CE51FC90-F90B-8EFC-B1F2-B9A34F22BF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155" y="3077946"/>
            <a:ext cx="3974682" cy="452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kumimoji="0" lang="fr-FR" sz="1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2" name="Espace réservé du texte 40">
            <a:extLst>
              <a:ext uri="{FF2B5EF4-FFF2-40B4-BE49-F238E27FC236}">
                <a16:creationId xmlns:a16="http://schemas.microsoft.com/office/drawing/2014/main" id="{8F1B0F01-95A9-5A38-34DB-C38BC2CF44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8718" y="3644562"/>
            <a:ext cx="3966312" cy="124790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kumimoji="0" lang="fr-FR" sz="9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4" name="Espace réservé du texte 43">
            <a:extLst>
              <a:ext uri="{FF2B5EF4-FFF2-40B4-BE49-F238E27FC236}">
                <a16:creationId xmlns:a16="http://schemas.microsoft.com/office/drawing/2014/main" id="{2D770789-44BC-649F-852D-40D299D391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3575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6" name="Espace réservé du texte 43">
            <a:extLst>
              <a:ext uri="{FF2B5EF4-FFF2-40B4-BE49-F238E27FC236}">
                <a16:creationId xmlns:a16="http://schemas.microsoft.com/office/drawing/2014/main" id="{FEAEC89C-1356-795E-2274-5CEBE80EFE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22140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7" name="Espace réservé du texte 43">
            <a:extLst>
              <a:ext uri="{FF2B5EF4-FFF2-40B4-BE49-F238E27FC236}">
                <a16:creationId xmlns:a16="http://schemas.microsoft.com/office/drawing/2014/main" id="{FBD9FE52-4FD2-CAE8-259E-19238D13F1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0155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8" name="Espace réservé du texte 43">
            <a:extLst>
              <a:ext uri="{FF2B5EF4-FFF2-40B4-BE49-F238E27FC236}">
                <a16:creationId xmlns:a16="http://schemas.microsoft.com/office/drawing/2014/main" id="{F862F74F-AB0B-EF58-6037-1D5694A7CA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22140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9" name="Espace réservé du texte 43">
            <a:extLst>
              <a:ext uri="{FF2B5EF4-FFF2-40B4-BE49-F238E27FC236}">
                <a16:creationId xmlns:a16="http://schemas.microsoft.com/office/drawing/2014/main" id="{2CCF16BB-07E8-BEBD-A41A-3879AB072BC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2140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0" name="Espace réservé du texte 43">
            <a:extLst>
              <a:ext uri="{FF2B5EF4-FFF2-40B4-BE49-F238E27FC236}">
                <a16:creationId xmlns:a16="http://schemas.microsoft.com/office/drawing/2014/main" id="{F07C3DE6-C06C-DAE4-9D7D-5A2F1B56E2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0154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1" name="Espace réservé du texte 43">
            <a:extLst>
              <a:ext uri="{FF2B5EF4-FFF2-40B4-BE49-F238E27FC236}">
                <a16:creationId xmlns:a16="http://schemas.microsoft.com/office/drawing/2014/main" id="{31EED93A-7FB0-98A9-6B1C-5F3FA0A4F3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154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2" name="Espace réservé du texte 43">
            <a:extLst>
              <a:ext uri="{FF2B5EF4-FFF2-40B4-BE49-F238E27FC236}">
                <a16:creationId xmlns:a16="http://schemas.microsoft.com/office/drawing/2014/main" id="{53240AA2-E4E6-A30F-1DD3-4DC99A3680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03574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3" name="Espace réservé du texte 43">
            <a:extLst>
              <a:ext uri="{FF2B5EF4-FFF2-40B4-BE49-F238E27FC236}">
                <a16:creationId xmlns:a16="http://schemas.microsoft.com/office/drawing/2014/main" id="{AEF25F3B-0CBA-8CF8-B7C7-94A977EE98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03574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4" name="Espace réservé du texte 37">
            <a:extLst>
              <a:ext uri="{FF2B5EF4-FFF2-40B4-BE49-F238E27FC236}">
                <a16:creationId xmlns:a16="http://schemas.microsoft.com/office/drawing/2014/main" id="{2547A7B9-49F7-8E00-5467-5953CBDA1A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49447" y="1098672"/>
            <a:ext cx="7245715" cy="32806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Clr>
                <a:srgbClr val="FF8200"/>
              </a:buCl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fr-FR" sz="1000" b="1" i="0" u="sng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Pour xxx</a:t>
            </a:r>
          </a:p>
        </p:txBody>
      </p:sp>
    </p:spTree>
    <p:extLst>
      <p:ext uri="{BB962C8B-B14F-4D97-AF65-F5344CB8AC3E}">
        <p14:creationId xmlns:p14="http://schemas.microsoft.com/office/powerpoint/2010/main" val="6876765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5313-C154-4EA4-A4E4-98F2BD5B7E14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88D844-9085-C8F6-F5D0-F35915DE5155}"/>
              </a:ext>
            </a:extLst>
          </p:cNvPr>
          <p:cNvSpPr/>
          <p:nvPr userDrawn="1"/>
        </p:nvSpPr>
        <p:spPr>
          <a:xfrm>
            <a:off x="240919" y="-11270"/>
            <a:ext cx="4358457" cy="6869270"/>
          </a:xfrm>
          <a:prstGeom prst="rect">
            <a:avLst/>
          </a:prstGeom>
          <a:solidFill>
            <a:srgbClr val="0031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17F7198D-3863-F786-C8B4-9F7DFFDB2B4C}"/>
              </a:ext>
            </a:extLst>
          </p:cNvPr>
          <p:cNvCxnSpPr>
            <a:cxnSpLocks/>
          </p:cNvCxnSpPr>
          <p:nvPr userDrawn="1"/>
        </p:nvCxnSpPr>
        <p:spPr>
          <a:xfrm>
            <a:off x="4318636" y="937354"/>
            <a:ext cx="1151616" cy="0"/>
          </a:xfrm>
          <a:prstGeom prst="line">
            <a:avLst/>
          </a:prstGeom>
          <a:ln w="28575">
            <a:solidFill>
              <a:srgbClr val="0031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8C977DE-9D9A-35B5-B5D1-4236AA3706A4}"/>
              </a:ext>
            </a:extLst>
          </p:cNvPr>
          <p:cNvSpPr/>
          <p:nvPr userDrawn="1"/>
        </p:nvSpPr>
        <p:spPr>
          <a:xfrm>
            <a:off x="5050996" y="789502"/>
            <a:ext cx="7043573" cy="295704"/>
          </a:xfrm>
          <a:prstGeom prst="roundRect">
            <a:avLst/>
          </a:prstGeom>
          <a:solidFill>
            <a:srgbClr val="00313F"/>
          </a:solidFill>
          <a:ln>
            <a:solidFill>
              <a:srgbClr val="0031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Expériences significatives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46CB4A50-F25B-2A30-777B-065B7F6A2D22}"/>
              </a:ext>
            </a:extLst>
          </p:cNvPr>
          <p:cNvCxnSpPr>
            <a:cxnSpLocks/>
          </p:cNvCxnSpPr>
          <p:nvPr userDrawn="1"/>
        </p:nvCxnSpPr>
        <p:spPr>
          <a:xfrm>
            <a:off x="4318636" y="246016"/>
            <a:ext cx="1151616" cy="0"/>
          </a:xfrm>
          <a:prstGeom prst="line">
            <a:avLst/>
          </a:prstGeom>
          <a:ln w="28575">
            <a:solidFill>
              <a:srgbClr val="0031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C83192A-30F3-2FB1-02E6-5A4E32FB97E4}"/>
              </a:ext>
            </a:extLst>
          </p:cNvPr>
          <p:cNvSpPr/>
          <p:nvPr userDrawn="1"/>
        </p:nvSpPr>
        <p:spPr>
          <a:xfrm>
            <a:off x="5050996" y="98164"/>
            <a:ext cx="7043573" cy="295704"/>
          </a:xfrm>
          <a:prstGeom prst="roundRect">
            <a:avLst/>
          </a:prstGeom>
          <a:solidFill>
            <a:srgbClr val="00313F"/>
          </a:solidFill>
          <a:ln>
            <a:solidFill>
              <a:srgbClr val="0031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Formations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840FA62-FF74-3D5C-E5D8-ABDE1C39DEE1}"/>
              </a:ext>
            </a:extLst>
          </p:cNvPr>
          <p:cNvSpPr txBox="1"/>
          <p:nvPr userDrawn="1"/>
        </p:nvSpPr>
        <p:spPr>
          <a:xfrm>
            <a:off x="1266947" y="4966313"/>
            <a:ext cx="2472934" cy="246221"/>
          </a:xfrm>
          <a:prstGeom prst="rect">
            <a:avLst/>
          </a:prstGeom>
          <a:noFill/>
          <a:ln>
            <a:solidFill>
              <a:srgbClr val="335A65"/>
            </a:solidFill>
          </a:ln>
        </p:spPr>
        <p:txBody>
          <a:bodyPr wrap="square" rtlCol="0">
            <a:spAutoFit/>
          </a:bodyPr>
          <a:lstStyle/>
          <a:p>
            <a:pPr marL="857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rPr>
              <a:t>Compétences</a:t>
            </a:r>
          </a:p>
        </p:txBody>
      </p:sp>
      <p:pic>
        <p:nvPicPr>
          <p:cNvPr id="18" name="cover-ornament format margin gutterc">
            <a:extLst>
              <a:ext uri="{FF2B5EF4-FFF2-40B4-BE49-F238E27FC236}">
                <a16:creationId xmlns:a16="http://schemas.microsoft.com/office/drawing/2014/main" id="{7AB8D078-9F49-7739-F1E7-D6912D176B7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788" y="24754"/>
            <a:ext cx="2708672" cy="3033713"/>
          </a:xfrm>
          <a:prstGeom prst="rect">
            <a:avLst/>
          </a:prstGeom>
        </p:spPr>
      </p:pic>
      <p:sp>
        <p:nvSpPr>
          <p:cNvPr id="38" name="Espace réservé du texte 37">
            <a:extLst>
              <a:ext uri="{FF2B5EF4-FFF2-40B4-BE49-F238E27FC236}">
                <a16:creationId xmlns:a16="http://schemas.microsoft.com/office/drawing/2014/main" id="{6E5F2F8E-97A1-620D-8E87-994C731BE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49447" y="393700"/>
            <a:ext cx="7245715" cy="32806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Clr>
                <a:srgbClr val="FF8200"/>
              </a:buClr>
              <a:defRPr lang="fr-FR" sz="1000" b="0" i="0" u="none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fr-FR" sz="1000" b="1" i="0" u="sng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Espace réservé du texte 40">
            <a:extLst>
              <a:ext uri="{FF2B5EF4-FFF2-40B4-BE49-F238E27FC236}">
                <a16:creationId xmlns:a16="http://schemas.microsoft.com/office/drawing/2014/main" id="{CE51FC90-F90B-8EFC-B1F2-B9A34F22BF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155" y="3077946"/>
            <a:ext cx="3974682" cy="452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kumimoji="0" lang="fr-FR" sz="1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2" name="Espace réservé du texte 40">
            <a:extLst>
              <a:ext uri="{FF2B5EF4-FFF2-40B4-BE49-F238E27FC236}">
                <a16:creationId xmlns:a16="http://schemas.microsoft.com/office/drawing/2014/main" id="{8F1B0F01-95A9-5A38-34DB-C38BC2CF44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8718" y="3644562"/>
            <a:ext cx="3966312" cy="124790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kumimoji="0" lang="fr-FR" sz="9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4" name="Espace réservé du texte 43">
            <a:extLst>
              <a:ext uri="{FF2B5EF4-FFF2-40B4-BE49-F238E27FC236}">
                <a16:creationId xmlns:a16="http://schemas.microsoft.com/office/drawing/2014/main" id="{2D770789-44BC-649F-852D-40D299D391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3575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6" name="Espace réservé du texte 43">
            <a:extLst>
              <a:ext uri="{FF2B5EF4-FFF2-40B4-BE49-F238E27FC236}">
                <a16:creationId xmlns:a16="http://schemas.microsoft.com/office/drawing/2014/main" id="{FEAEC89C-1356-795E-2274-5CEBE80EFE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22140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7" name="Espace réservé du texte 43">
            <a:extLst>
              <a:ext uri="{FF2B5EF4-FFF2-40B4-BE49-F238E27FC236}">
                <a16:creationId xmlns:a16="http://schemas.microsoft.com/office/drawing/2014/main" id="{FBD9FE52-4FD2-CAE8-259E-19238D13F1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0155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8" name="Espace réservé du texte 43">
            <a:extLst>
              <a:ext uri="{FF2B5EF4-FFF2-40B4-BE49-F238E27FC236}">
                <a16:creationId xmlns:a16="http://schemas.microsoft.com/office/drawing/2014/main" id="{F862F74F-AB0B-EF58-6037-1D5694A7CA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22140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9" name="Espace réservé du texte 43">
            <a:extLst>
              <a:ext uri="{FF2B5EF4-FFF2-40B4-BE49-F238E27FC236}">
                <a16:creationId xmlns:a16="http://schemas.microsoft.com/office/drawing/2014/main" id="{2CCF16BB-07E8-BEBD-A41A-3879AB072BC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2140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0" name="Espace réservé du texte 43">
            <a:extLst>
              <a:ext uri="{FF2B5EF4-FFF2-40B4-BE49-F238E27FC236}">
                <a16:creationId xmlns:a16="http://schemas.microsoft.com/office/drawing/2014/main" id="{F07C3DE6-C06C-DAE4-9D7D-5A2F1B56E2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0154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1" name="Espace réservé du texte 43">
            <a:extLst>
              <a:ext uri="{FF2B5EF4-FFF2-40B4-BE49-F238E27FC236}">
                <a16:creationId xmlns:a16="http://schemas.microsoft.com/office/drawing/2014/main" id="{31EED93A-7FB0-98A9-6B1C-5F3FA0A4F3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154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2" name="Espace réservé du texte 43">
            <a:extLst>
              <a:ext uri="{FF2B5EF4-FFF2-40B4-BE49-F238E27FC236}">
                <a16:creationId xmlns:a16="http://schemas.microsoft.com/office/drawing/2014/main" id="{53240AA2-E4E6-A30F-1DD3-4DC99A3680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03574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3" name="Espace réservé du texte 43">
            <a:extLst>
              <a:ext uri="{FF2B5EF4-FFF2-40B4-BE49-F238E27FC236}">
                <a16:creationId xmlns:a16="http://schemas.microsoft.com/office/drawing/2014/main" id="{AEF25F3B-0CBA-8CF8-B7C7-94A977EE98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03574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4" name="Espace réservé du texte 37">
            <a:extLst>
              <a:ext uri="{FF2B5EF4-FFF2-40B4-BE49-F238E27FC236}">
                <a16:creationId xmlns:a16="http://schemas.microsoft.com/office/drawing/2014/main" id="{2547A7B9-49F7-8E00-5467-5953CBDA1A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49447" y="1098672"/>
            <a:ext cx="7245715" cy="32806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Clr>
                <a:srgbClr val="FF8200"/>
              </a:buCl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fr-FR" sz="1000" b="1" i="0" u="sng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Pour xxx</a:t>
            </a:r>
          </a:p>
        </p:txBody>
      </p:sp>
    </p:spTree>
    <p:extLst>
      <p:ext uri="{BB962C8B-B14F-4D97-AF65-F5344CB8AC3E}">
        <p14:creationId xmlns:p14="http://schemas.microsoft.com/office/powerpoint/2010/main" val="28090035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5313-C154-4EA4-A4E4-98F2BD5B7E14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88D844-9085-C8F6-F5D0-F35915DE5155}"/>
              </a:ext>
            </a:extLst>
          </p:cNvPr>
          <p:cNvSpPr/>
          <p:nvPr userDrawn="1"/>
        </p:nvSpPr>
        <p:spPr>
          <a:xfrm>
            <a:off x="240919" y="-11270"/>
            <a:ext cx="4358457" cy="6869270"/>
          </a:xfrm>
          <a:prstGeom prst="rect">
            <a:avLst/>
          </a:prstGeom>
          <a:solidFill>
            <a:srgbClr val="0031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17F7198D-3863-F786-C8B4-9F7DFFDB2B4C}"/>
              </a:ext>
            </a:extLst>
          </p:cNvPr>
          <p:cNvCxnSpPr>
            <a:cxnSpLocks/>
          </p:cNvCxnSpPr>
          <p:nvPr userDrawn="1"/>
        </p:nvCxnSpPr>
        <p:spPr>
          <a:xfrm>
            <a:off x="4318636" y="937354"/>
            <a:ext cx="1151616" cy="0"/>
          </a:xfrm>
          <a:prstGeom prst="line">
            <a:avLst/>
          </a:prstGeom>
          <a:ln w="28575">
            <a:solidFill>
              <a:srgbClr val="0031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8C977DE-9D9A-35B5-B5D1-4236AA3706A4}"/>
              </a:ext>
            </a:extLst>
          </p:cNvPr>
          <p:cNvSpPr/>
          <p:nvPr userDrawn="1"/>
        </p:nvSpPr>
        <p:spPr>
          <a:xfrm>
            <a:off x="5050996" y="789502"/>
            <a:ext cx="7043573" cy="295704"/>
          </a:xfrm>
          <a:prstGeom prst="roundRect">
            <a:avLst/>
          </a:prstGeom>
          <a:solidFill>
            <a:srgbClr val="00313F"/>
          </a:solidFill>
          <a:ln>
            <a:solidFill>
              <a:srgbClr val="0031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Expériences significatives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46CB4A50-F25B-2A30-777B-065B7F6A2D22}"/>
              </a:ext>
            </a:extLst>
          </p:cNvPr>
          <p:cNvCxnSpPr>
            <a:cxnSpLocks/>
          </p:cNvCxnSpPr>
          <p:nvPr userDrawn="1"/>
        </p:nvCxnSpPr>
        <p:spPr>
          <a:xfrm>
            <a:off x="4318636" y="246016"/>
            <a:ext cx="1151616" cy="0"/>
          </a:xfrm>
          <a:prstGeom prst="line">
            <a:avLst/>
          </a:prstGeom>
          <a:ln w="28575">
            <a:solidFill>
              <a:srgbClr val="0031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C83192A-30F3-2FB1-02E6-5A4E32FB97E4}"/>
              </a:ext>
            </a:extLst>
          </p:cNvPr>
          <p:cNvSpPr/>
          <p:nvPr userDrawn="1"/>
        </p:nvSpPr>
        <p:spPr>
          <a:xfrm>
            <a:off x="5050996" y="98164"/>
            <a:ext cx="7043573" cy="295704"/>
          </a:xfrm>
          <a:prstGeom prst="roundRect">
            <a:avLst/>
          </a:prstGeom>
          <a:solidFill>
            <a:srgbClr val="00313F"/>
          </a:solidFill>
          <a:ln>
            <a:solidFill>
              <a:srgbClr val="0031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Formations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840FA62-FF74-3D5C-E5D8-ABDE1C39DEE1}"/>
              </a:ext>
            </a:extLst>
          </p:cNvPr>
          <p:cNvSpPr txBox="1"/>
          <p:nvPr userDrawn="1"/>
        </p:nvSpPr>
        <p:spPr>
          <a:xfrm>
            <a:off x="1266947" y="4966313"/>
            <a:ext cx="2472934" cy="246221"/>
          </a:xfrm>
          <a:prstGeom prst="rect">
            <a:avLst/>
          </a:prstGeom>
          <a:noFill/>
          <a:ln>
            <a:solidFill>
              <a:srgbClr val="335A65"/>
            </a:solidFill>
          </a:ln>
        </p:spPr>
        <p:txBody>
          <a:bodyPr wrap="square" rtlCol="0">
            <a:spAutoFit/>
          </a:bodyPr>
          <a:lstStyle/>
          <a:p>
            <a:pPr marL="857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rPr>
              <a:t>Compétences</a:t>
            </a:r>
          </a:p>
        </p:txBody>
      </p:sp>
      <p:pic>
        <p:nvPicPr>
          <p:cNvPr id="18" name="cover-ornament format margin gutterc">
            <a:extLst>
              <a:ext uri="{FF2B5EF4-FFF2-40B4-BE49-F238E27FC236}">
                <a16:creationId xmlns:a16="http://schemas.microsoft.com/office/drawing/2014/main" id="{7AB8D078-9F49-7739-F1E7-D6912D176B7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788" y="24754"/>
            <a:ext cx="2708672" cy="3033713"/>
          </a:xfrm>
          <a:prstGeom prst="rect">
            <a:avLst/>
          </a:prstGeom>
        </p:spPr>
      </p:pic>
      <p:pic>
        <p:nvPicPr>
          <p:cNvPr id="31" name="Picture 2">
            <a:extLst>
              <a:ext uri="{FF2B5EF4-FFF2-40B4-BE49-F238E27FC236}">
                <a16:creationId xmlns:a16="http://schemas.microsoft.com/office/drawing/2014/main" id="{F69DF605-75D9-2F96-8B9B-8EE0E4CC77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17" y="2560096"/>
            <a:ext cx="638355" cy="591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Espace réservé du texte 37">
            <a:extLst>
              <a:ext uri="{FF2B5EF4-FFF2-40B4-BE49-F238E27FC236}">
                <a16:creationId xmlns:a16="http://schemas.microsoft.com/office/drawing/2014/main" id="{6E5F2F8E-97A1-620D-8E87-994C731BE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49447" y="393700"/>
            <a:ext cx="7245715" cy="32806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Clr>
                <a:srgbClr val="FF8200"/>
              </a:buClr>
              <a:defRPr lang="fr-FR" sz="1000" b="0" i="0" u="none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fr-FR" sz="1000" b="1" i="0" u="sng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Espace réservé du texte 40">
            <a:extLst>
              <a:ext uri="{FF2B5EF4-FFF2-40B4-BE49-F238E27FC236}">
                <a16:creationId xmlns:a16="http://schemas.microsoft.com/office/drawing/2014/main" id="{CE51FC90-F90B-8EFC-B1F2-B9A34F22BF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155" y="3077946"/>
            <a:ext cx="3974682" cy="452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kumimoji="0" lang="fr-FR" sz="1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2" name="Espace réservé du texte 40">
            <a:extLst>
              <a:ext uri="{FF2B5EF4-FFF2-40B4-BE49-F238E27FC236}">
                <a16:creationId xmlns:a16="http://schemas.microsoft.com/office/drawing/2014/main" id="{8F1B0F01-95A9-5A38-34DB-C38BC2CF44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8718" y="3644562"/>
            <a:ext cx="3966312" cy="124790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kumimoji="0" lang="fr-FR" sz="9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4" name="Espace réservé du texte 43">
            <a:extLst>
              <a:ext uri="{FF2B5EF4-FFF2-40B4-BE49-F238E27FC236}">
                <a16:creationId xmlns:a16="http://schemas.microsoft.com/office/drawing/2014/main" id="{2D770789-44BC-649F-852D-40D299D391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3575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6" name="Espace réservé du texte 43">
            <a:extLst>
              <a:ext uri="{FF2B5EF4-FFF2-40B4-BE49-F238E27FC236}">
                <a16:creationId xmlns:a16="http://schemas.microsoft.com/office/drawing/2014/main" id="{FEAEC89C-1356-795E-2274-5CEBE80EFE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22140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7" name="Espace réservé du texte 43">
            <a:extLst>
              <a:ext uri="{FF2B5EF4-FFF2-40B4-BE49-F238E27FC236}">
                <a16:creationId xmlns:a16="http://schemas.microsoft.com/office/drawing/2014/main" id="{FBD9FE52-4FD2-CAE8-259E-19238D13F1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0155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8" name="Espace réservé du texte 43">
            <a:extLst>
              <a:ext uri="{FF2B5EF4-FFF2-40B4-BE49-F238E27FC236}">
                <a16:creationId xmlns:a16="http://schemas.microsoft.com/office/drawing/2014/main" id="{F862F74F-AB0B-EF58-6037-1D5694A7CA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22140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9" name="Espace réservé du texte 43">
            <a:extLst>
              <a:ext uri="{FF2B5EF4-FFF2-40B4-BE49-F238E27FC236}">
                <a16:creationId xmlns:a16="http://schemas.microsoft.com/office/drawing/2014/main" id="{2CCF16BB-07E8-BEBD-A41A-3879AB072BC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2140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0" name="Espace réservé du texte 43">
            <a:extLst>
              <a:ext uri="{FF2B5EF4-FFF2-40B4-BE49-F238E27FC236}">
                <a16:creationId xmlns:a16="http://schemas.microsoft.com/office/drawing/2014/main" id="{F07C3DE6-C06C-DAE4-9D7D-5A2F1B56E2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0154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1" name="Espace réservé du texte 43">
            <a:extLst>
              <a:ext uri="{FF2B5EF4-FFF2-40B4-BE49-F238E27FC236}">
                <a16:creationId xmlns:a16="http://schemas.microsoft.com/office/drawing/2014/main" id="{31EED93A-7FB0-98A9-6B1C-5F3FA0A4F3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154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2" name="Espace réservé du texte 43">
            <a:extLst>
              <a:ext uri="{FF2B5EF4-FFF2-40B4-BE49-F238E27FC236}">
                <a16:creationId xmlns:a16="http://schemas.microsoft.com/office/drawing/2014/main" id="{53240AA2-E4E6-A30F-1DD3-4DC99A3680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03574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3" name="Espace réservé du texte 43">
            <a:extLst>
              <a:ext uri="{FF2B5EF4-FFF2-40B4-BE49-F238E27FC236}">
                <a16:creationId xmlns:a16="http://schemas.microsoft.com/office/drawing/2014/main" id="{AEF25F3B-0CBA-8CF8-B7C7-94A977EE98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03574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4" name="Espace réservé du texte 37">
            <a:extLst>
              <a:ext uri="{FF2B5EF4-FFF2-40B4-BE49-F238E27FC236}">
                <a16:creationId xmlns:a16="http://schemas.microsoft.com/office/drawing/2014/main" id="{2547A7B9-49F7-8E00-5467-5953CBDA1A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49447" y="1098672"/>
            <a:ext cx="7245715" cy="32806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Clr>
                <a:srgbClr val="FF8200"/>
              </a:buCl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fr-FR" sz="1000" b="1" i="0" u="sng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Pour xxx</a:t>
            </a:r>
          </a:p>
        </p:txBody>
      </p:sp>
    </p:spTree>
    <p:extLst>
      <p:ext uri="{BB962C8B-B14F-4D97-AF65-F5344CB8AC3E}">
        <p14:creationId xmlns:p14="http://schemas.microsoft.com/office/powerpoint/2010/main" val="39725013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5313-C154-4EA4-A4E4-98F2BD5B7E14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88D844-9085-C8F6-F5D0-F35915DE5155}"/>
              </a:ext>
            </a:extLst>
          </p:cNvPr>
          <p:cNvSpPr/>
          <p:nvPr userDrawn="1"/>
        </p:nvSpPr>
        <p:spPr>
          <a:xfrm>
            <a:off x="240919" y="-11270"/>
            <a:ext cx="4358457" cy="6869270"/>
          </a:xfrm>
          <a:prstGeom prst="rect">
            <a:avLst/>
          </a:prstGeom>
          <a:solidFill>
            <a:srgbClr val="0031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17F7198D-3863-F786-C8B4-9F7DFFDB2B4C}"/>
              </a:ext>
            </a:extLst>
          </p:cNvPr>
          <p:cNvCxnSpPr>
            <a:cxnSpLocks/>
          </p:cNvCxnSpPr>
          <p:nvPr userDrawn="1"/>
        </p:nvCxnSpPr>
        <p:spPr>
          <a:xfrm>
            <a:off x="4318636" y="937354"/>
            <a:ext cx="1151616" cy="0"/>
          </a:xfrm>
          <a:prstGeom prst="line">
            <a:avLst/>
          </a:prstGeom>
          <a:ln w="28575">
            <a:solidFill>
              <a:srgbClr val="0031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8C977DE-9D9A-35B5-B5D1-4236AA3706A4}"/>
              </a:ext>
            </a:extLst>
          </p:cNvPr>
          <p:cNvSpPr/>
          <p:nvPr userDrawn="1"/>
        </p:nvSpPr>
        <p:spPr>
          <a:xfrm>
            <a:off x="5050996" y="789502"/>
            <a:ext cx="7043573" cy="295704"/>
          </a:xfrm>
          <a:prstGeom prst="roundRect">
            <a:avLst/>
          </a:prstGeom>
          <a:solidFill>
            <a:srgbClr val="00313F"/>
          </a:solidFill>
          <a:ln>
            <a:solidFill>
              <a:srgbClr val="0031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Expériences significatives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46CB4A50-F25B-2A30-777B-065B7F6A2D22}"/>
              </a:ext>
            </a:extLst>
          </p:cNvPr>
          <p:cNvCxnSpPr>
            <a:cxnSpLocks/>
          </p:cNvCxnSpPr>
          <p:nvPr userDrawn="1"/>
        </p:nvCxnSpPr>
        <p:spPr>
          <a:xfrm>
            <a:off x="4318636" y="246016"/>
            <a:ext cx="1151616" cy="0"/>
          </a:xfrm>
          <a:prstGeom prst="line">
            <a:avLst/>
          </a:prstGeom>
          <a:ln w="28575">
            <a:solidFill>
              <a:srgbClr val="0031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C83192A-30F3-2FB1-02E6-5A4E32FB97E4}"/>
              </a:ext>
            </a:extLst>
          </p:cNvPr>
          <p:cNvSpPr/>
          <p:nvPr userDrawn="1"/>
        </p:nvSpPr>
        <p:spPr>
          <a:xfrm>
            <a:off x="5050996" y="98164"/>
            <a:ext cx="7043573" cy="295704"/>
          </a:xfrm>
          <a:prstGeom prst="roundRect">
            <a:avLst/>
          </a:prstGeom>
          <a:solidFill>
            <a:srgbClr val="00313F"/>
          </a:solidFill>
          <a:ln>
            <a:solidFill>
              <a:srgbClr val="0031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Formations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840FA62-FF74-3D5C-E5D8-ABDE1C39DEE1}"/>
              </a:ext>
            </a:extLst>
          </p:cNvPr>
          <p:cNvSpPr txBox="1"/>
          <p:nvPr userDrawn="1"/>
        </p:nvSpPr>
        <p:spPr>
          <a:xfrm>
            <a:off x="1266947" y="4966313"/>
            <a:ext cx="2472934" cy="246221"/>
          </a:xfrm>
          <a:prstGeom prst="rect">
            <a:avLst/>
          </a:prstGeom>
          <a:noFill/>
          <a:ln>
            <a:solidFill>
              <a:srgbClr val="335A65"/>
            </a:solidFill>
          </a:ln>
        </p:spPr>
        <p:txBody>
          <a:bodyPr wrap="square" rtlCol="0">
            <a:spAutoFit/>
          </a:bodyPr>
          <a:lstStyle/>
          <a:p>
            <a:pPr marL="857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rPr>
              <a:t>Compétences</a:t>
            </a:r>
          </a:p>
        </p:txBody>
      </p:sp>
      <p:pic>
        <p:nvPicPr>
          <p:cNvPr id="18" name="cover-ornament format margin gutterc">
            <a:extLst>
              <a:ext uri="{FF2B5EF4-FFF2-40B4-BE49-F238E27FC236}">
                <a16:creationId xmlns:a16="http://schemas.microsoft.com/office/drawing/2014/main" id="{7AB8D078-9F49-7739-F1E7-D6912D176B7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788" y="24754"/>
            <a:ext cx="2708672" cy="3033713"/>
          </a:xfrm>
          <a:prstGeom prst="rect">
            <a:avLst/>
          </a:prstGeom>
        </p:spPr>
      </p:pic>
      <p:sp>
        <p:nvSpPr>
          <p:cNvPr id="38" name="Espace réservé du texte 37">
            <a:extLst>
              <a:ext uri="{FF2B5EF4-FFF2-40B4-BE49-F238E27FC236}">
                <a16:creationId xmlns:a16="http://schemas.microsoft.com/office/drawing/2014/main" id="{6E5F2F8E-97A1-620D-8E87-994C731BE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49447" y="393700"/>
            <a:ext cx="7245715" cy="32806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Clr>
                <a:srgbClr val="FF8200"/>
              </a:buClr>
              <a:defRPr lang="fr-FR" sz="1000" b="0" i="0" u="none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fr-FR" sz="1000" b="1" i="0" u="sng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Espace réservé du texte 40">
            <a:extLst>
              <a:ext uri="{FF2B5EF4-FFF2-40B4-BE49-F238E27FC236}">
                <a16:creationId xmlns:a16="http://schemas.microsoft.com/office/drawing/2014/main" id="{CE51FC90-F90B-8EFC-B1F2-B9A34F22BF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155" y="3077946"/>
            <a:ext cx="3974682" cy="452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kumimoji="0" lang="fr-FR" sz="1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2" name="Espace réservé du texte 40">
            <a:extLst>
              <a:ext uri="{FF2B5EF4-FFF2-40B4-BE49-F238E27FC236}">
                <a16:creationId xmlns:a16="http://schemas.microsoft.com/office/drawing/2014/main" id="{8F1B0F01-95A9-5A38-34DB-C38BC2CF44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8718" y="3644562"/>
            <a:ext cx="3966312" cy="124790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kumimoji="0" lang="fr-FR" sz="9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4" name="Espace réservé du texte 43">
            <a:extLst>
              <a:ext uri="{FF2B5EF4-FFF2-40B4-BE49-F238E27FC236}">
                <a16:creationId xmlns:a16="http://schemas.microsoft.com/office/drawing/2014/main" id="{2D770789-44BC-649F-852D-40D299D391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3575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6" name="Espace réservé du texte 43">
            <a:extLst>
              <a:ext uri="{FF2B5EF4-FFF2-40B4-BE49-F238E27FC236}">
                <a16:creationId xmlns:a16="http://schemas.microsoft.com/office/drawing/2014/main" id="{FEAEC89C-1356-795E-2274-5CEBE80EFE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22140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7" name="Espace réservé du texte 43">
            <a:extLst>
              <a:ext uri="{FF2B5EF4-FFF2-40B4-BE49-F238E27FC236}">
                <a16:creationId xmlns:a16="http://schemas.microsoft.com/office/drawing/2014/main" id="{FBD9FE52-4FD2-CAE8-259E-19238D13F1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0155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8" name="Espace réservé du texte 43">
            <a:extLst>
              <a:ext uri="{FF2B5EF4-FFF2-40B4-BE49-F238E27FC236}">
                <a16:creationId xmlns:a16="http://schemas.microsoft.com/office/drawing/2014/main" id="{F862F74F-AB0B-EF58-6037-1D5694A7CA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22140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9" name="Espace réservé du texte 43">
            <a:extLst>
              <a:ext uri="{FF2B5EF4-FFF2-40B4-BE49-F238E27FC236}">
                <a16:creationId xmlns:a16="http://schemas.microsoft.com/office/drawing/2014/main" id="{2CCF16BB-07E8-BEBD-A41A-3879AB072BC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2140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0" name="Espace réservé du texte 43">
            <a:extLst>
              <a:ext uri="{FF2B5EF4-FFF2-40B4-BE49-F238E27FC236}">
                <a16:creationId xmlns:a16="http://schemas.microsoft.com/office/drawing/2014/main" id="{F07C3DE6-C06C-DAE4-9D7D-5A2F1B56E2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0154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1" name="Espace réservé du texte 43">
            <a:extLst>
              <a:ext uri="{FF2B5EF4-FFF2-40B4-BE49-F238E27FC236}">
                <a16:creationId xmlns:a16="http://schemas.microsoft.com/office/drawing/2014/main" id="{31EED93A-7FB0-98A9-6B1C-5F3FA0A4F3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154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2" name="Espace réservé du texte 43">
            <a:extLst>
              <a:ext uri="{FF2B5EF4-FFF2-40B4-BE49-F238E27FC236}">
                <a16:creationId xmlns:a16="http://schemas.microsoft.com/office/drawing/2014/main" id="{53240AA2-E4E6-A30F-1DD3-4DC99A3680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03574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3" name="Espace réservé du texte 43">
            <a:extLst>
              <a:ext uri="{FF2B5EF4-FFF2-40B4-BE49-F238E27FC236}">
                <a16:creationId xmlns:a16="http://schemas.microsoft.com/office/drawing/2014/main" id="{AEF25F3B-0CBA-8CF8-B7C7-94A977EE98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03574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4" name="Espace réservé du texte 37">
            <a:extLst>
              <a:ext uri="{FF2B5EF4-FFF2-40B4-BE49-F238E27FC236}">
                <a16:creationId xmlns:a16="http://schemas.microsoft.com/office/drawing/2014/main" id="{2547A7B9-49F7-8E00-5467-5953CBDA1A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49447" y="1098672"/>
            <a:ext cx="7245715" cy="32806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Clr>
                <a:srgbClr val="FF8200"/>
              </a:buCl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fr-FR" sz="1000" b="1" i="0" u="sng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Pour xxx</a:t>
            </a:r>
          </a:p>
        </p:txBody>
      </p:sp>
    </p:spTree>
    <p:extLst>
      <p:ext uri="{BB962C8B-B14F-4D97-AF65-F5344CB8AC3E}">
        <p14:creationId xmlns:p14="http://schemas.microsoft.com/office/powerpoint/2010/main" val="146001622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5313-C154-4EA4-A4E4-98F2BD5B7E14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88D844-9085-C8F6-F5D0-F35915DE5155}"/>
              </a:ext>
            </a:extLst>
          </p:cNvPr>
          <p:cNvSpPr/>
          <p:nvPr userDrawn="1"/>
        </p:nvSpPr>
        <p:spPr>
          <a:xfrm>
            <a:off x="240919" y="-11270"/>
            <a:ext cx="4358457" cy="6869270"/>
          </a:xfrm>
          <a:prstGeom prst="rect">
            <a:avLst/>
          </a:prstGeom>
          <a:solidFill>
            <a:srgbClr val="0031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17F7198D-3863-F786-C8B4-9F7DFFDB2B4C}"/>
              </a:ext>
            </a:extLst>
          </p:cNvPr>
          <p:cNvCxnSpPr>
            <a:cxnSpLocks/>
          </p:cNvCxnSpPr>
          <p:nvPr userDrawn="1"/>
        </p:nvCxnSpPr>
        <p:spPr>
          <a:xfrm>
            <a:off x="4318636" y="937354"/>
            <a:ext cx="1151616" cy="0"/>
          </a:xfrm>
          <a:prstGeom prst="line">
            <a:avLst/>
          </a:prstGeom>
          <a:ln w="28575">
            <a:solidFill>
              <a:srgbClr val="0031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8C977DE-9D9A-35B5-B5D1-4236AA3706A4}"/>
              </a:ext>
            </a:extLst>
          </p:cNvPr>
          <p:cNvSpPr/>
          <p:nvPr userDrawn="1"/>
        </p:nvSpPr>
        <p:spPr>
          <a:xfrm>
            <a:off x="5050996" y="789502"/>
            <a:ext cx="7043573" cy="295704"/>
          </a:xfrm>
          <a:prstGeom prst="roundRect">
            <a:avLst/>
          </a:prstGeom>
          <a:solidFill>
            <a:srgbClr val="00313F"/>
          </a:solidFill>
          <a:ln>
            <a:solidFill>
              <a:srgbClr val="0031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Expériences significatives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46CB4A50-F25B-2A30-777B-065B7F6A2D22}"/>
              </a:ext>
            </a:extLst>
          </p:cNvPr>
          <p:cNvCxnSpPr>
            <a:cxnSpLocks/>
          </p:cNvCxnSpPr>
          <p:nvPr userDrawn="1"/>
        </p:nvCxnSpPr>
        <p:spPr>
          <a:xfrm>
            <a:off x="4318636" y="246016"/>
            <a:ext cx="1151616" cy="0"/>
          </a:xfrm>
          <a:prstGeom prst="line">
            <a:avLst/>
          </a:prstGeom>
          <a:ln w="28575">
            <a:solidFill>
              <a:srgbClr val="0031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C83192A-30F3-2FB1-02E6-5A4E32FB97E4}"/>
              </a:ext>
            </a:extLst>
          </p:cNvPr>
          <p:cNvSpPr/>
          <p:nvPr userDrawn="1"/>
        </p:nvSpPr>
        <p:spPr>
          <a:xfrm>
            <a:off x="5050996" y="98164"/>
            <a:ext cx="7043573" cy="295704"/>
          </a:xfrm>
          <a:prstGeom prst="roundRect">
            <a:avLst/>
          </a:prstGeom>
          <a:solidFill>
            <a:srgbClr val="00313F"/>
          </a:solidFill>
          <a:ln>
            <a:solidFill>
              <a:srgbClr val="0031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Formations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840FA62-FF74-3D5C-E5D8-ABDE1C39DEE1}"/>
              </a:ext>
            </a:extLst>
          </p:cNvPr>
          <p:cNvSpPr txBox="1"/>
          <p:nvPr userDrawn="1"/>
        </p:nvSpPr>
        <p:spPr>
          <a:xfrm>
            <a:off x="1266947" y="4966313"/>
            <a:ext cx="2472934" cy="246221"/>
          </a:xfrm>
          <a:prstGeom prst="rect">
            <a:avLst/>
          </a:prstGeom>
          <a:noFill/>
          <a:ln>
            <a:solidFill>
              <a:srgbClr val="335A65"/>
            </a:solidFill>
          </a:ln>
        </p:spPr>
        <p:txBody>
          <a:bodyPr wrap="square" rtlCol="0">
            <a:spAutoFit/>
          </a:bodyPr>
          <a:lstStyle/>
          <a:p>
            <a:pPr marL="857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rPr>
              <a:t>Compétences</a:t>
            </a:r>
          </a:p>
        </p:txBody>
      </p:sp>
      <p:pic>
        <p:nvPicPr>
          <p:cNvPr id="18" name="cover-ornament format margin gutterc">
            <a:extLst>
              <a:ext uri="{FF2B5EF4-FFF2-40B4-BE49-F238E27FC236}">
                <a16:creationId xmlns:a16="http://schemas.microsoft.com/office/drawing/2014/main" id="{7AB8D078-9F49-7739-F1E7-D6912D176B7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 amt="2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788" y="24754"/>
            <a:ext cx="2708672" cy="3033713"/>
          </a:xfrm>
          <a:prstGeom prst="rect">
            <a:avLst/>
          </a:prstGeom>
        </p:spPr>
      </p:pic>
      <p:pic>
        <p:nvPicPr>
          <p:cNvPr id="31" name="Picture 2">
            <a:extLst>
              <a:ext uri="{FF2B5EF4-FFF2-40B4-BE49-F238E27FC236}">
                <a16:creationId xmlns:a16="http://schemas.microsoft.com/office/drawing/2014/main" id="{F69DF605-75D9-2F96-8B9B-8EE0E4CC77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717" y="2560096"/>
            <a:ext cx="638355" cy="591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Espace réservé du texte 37">
            <a:extLst>
              <a:ext uri="{FF2B5EF4-FFF2-40B4-BE49-F238E27FC236}">
                <a16:creationId xmlns:a16="http://schemas.microsoft.com/office/drawing/2014/main" id="{6E5F2F8E-97A1-620D-8E87-994C731BE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49447" y="393700"/>
            <a:ext cx="7245715" cy="32806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Clr>
                <a:srgbClr val="FF8200"/>
              </a:buClr>
              <a:defRPr lang="fr-FR" sz="1000" b="0" i="0" u="none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fr-FR" sz="1000" b="1" i="0" u="sng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Espace réservé du texte 40">
            <a:extLst>
              <a:ext uri="{FF2B5EF4-FFF2-40B4-BE49-F238E27FC236}">
                <a16:creationId xmlns:a16="http://schemas.microsoft.com/office/drawing/2014/main" id="{CE51FC90-F90B-8EFC-B1F2-B9A34F22BF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155" y="3077946"/>
            <a:ext cx="3974682" cy="452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kumimoji="0" lang="fr-FR" sz="1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2" name="Espace réservé du texte 40">
            <a:extLst>
              <a:ext uri="{FF2B5EF4-FFF2-40B4-BE49-F238E27FC236}">
                <a16:creationId xmlns:a16="http://schemas.microsoft.com/office/drawing/2014/main" id="{8F1B0F01-95A9-5A38-34DB-C38BC2CF44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8718" y="3644562"/>
            <a:ext cx="3966312" cy="124790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kumimoji="0" lang="fr-FR" sz="9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4" name="Espace réservé du texte 43">
            <a:extLst>
              <a:ext uri="{FF2B5EF4-FFF2-40B4-BE49-F238E27FC236}">
                <a16:creationId xmlns:a16="http://schemas.microsoft.com/office/drawing/2014/main" id="{2D770789-44BC-649F-852D-40D299D391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3575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6" name="Espace réservé du texte 43">
            <a:extLst>
              <a:ext uri="{FF2B5EF4-FFF2-40B4-BE49-F238E27FC236}">
                <a16:creationId xmlns:a16="http://schemas.microsoft.com/office/drawing/2014/main" id="{FEAEC89C-1356-795E-2274-5CEBE80EFE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22140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7" name="Espace réservé du texte 43">
            <a:extLst>
              <a:ext uri="{FF2B5EF4-FFF2-40B4-BE49-F238E27FC236}">
                <a16:creationId xmlns:a16="http://schemas.microsoft.com/office/drawing/2014/main" id="{FBD9FE52-4FD2-CAE8-259E-19238D13F1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0155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8" name="Espace réservé du texte 43">
            <a:extLst>
              <a:ext uri="{FF2B5EF4-FFF2-40B4-BE49-F238E27FC236}">
                <a16:creationId xmlns:a16="http://schemas.microsoft.com/office/drawing/2014/main" id="{F862F74F-AB0B-EF58-6037-1D5694A7CA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22140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9" name="Espace réservé du texte 43">
            <a:extLst>
              <a:ext uri="{FF2B5EF4-FFF2-40B4-BE49-F238E27FC236}">
                <a16:creationId xmlns:a16="http://schemas.microsoft.com/office/drawing/2014/main" id="{2CCF16BB-07E8-BEBD-A41A-3879AB072BC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2140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0" name="Espace réservé du texte 43">
            <a:extLst>
              <a:ext uri="{FF2B5EF4-FFF2-40B4-BE49-F238E27FC236}">
                <a16:creationId xmlns:a16="http://schemas.microsoft.com/office/drawing/2014/main" id="{F07C3DE6-C06C-DAE4-9D7D-5A2F1B56E2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0154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1" name="Espace réservé du texte 43">
            <a:extLst>
              <a:ext uri="{FF2B5EF4-FFF2-40B4-BE49-F238E27FC236}">
                <a16:creationId xmlns:a16="http://schemas.microsoft.com/office/drawing/2014/main" id="{31EED93A-7FB0-98A9-6B1C-5F3FA0A4F3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154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2" name="Espace réservé du texte 43">
            <a:extLst>
              <a:ext uri="{FF2B5EF4-FFF2-40B4-BE49-F238E27FC236}">
                <a16:creationId xmlns:a16="http://schemas.microsoft.com/office/drawing/2014/main" id="{53240AA2-E4E6-A30F-1DD3-4DC99A3680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03574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3" name="Espace réservé du texte 43">
            <a:extLst>
              <a:ext uri="{FF2B5EF4-FFF2-40B4-BE49-F238E27FC236}">
                <a16:creationId xmlns:a16="http://schemas.microsoft.com/office/drawing/2014/main" id="{AEF25F3B-0CBA-8CF8-B7C7-94A977EE98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03574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4" name="Espace réservé du texte 37">
            <a:extLst>
              <a:ext uri="{FF2B5EF4-FFF2-40B4-BE49-F238E27FC236}">
                <a16:creationId xmlns:a16="http://schemas.microsoft.com/office/drawing/2014/main" id="{2547A7B9-49F7-8E00-5467-5953CBDA1A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49447" y="1098672"/>
            <a:ext cx="7245715" cy="32806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Clr>
                <a:srgbClr val="FF8200"/>
              </a:buCl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fr-FR" sz="1000" b="1" i="0" u="sng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Pour xxx</a:t>
            </a:r>
          </a:p>
        </p:txBody>
      </p:sp>
    </p:spTree>
    <p:extLst>
      <p:ext uri="{BB962C8B-B14F-4D97-AF65-F5344CB8AC3E}">
        <p14:creationId xmlns:p14="http://schemas.microsoft.com/office/powerpoint/2010/main" val="36336100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5313-C154-4EA4-A4E4-98F2BD5B7E14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88D844-9085-C8F6-F5D0-F35915DE5155}"/>
              </a:ext>
            </a:extLst>
          </p:cNvPr>
          <p:cNvSpPr/>
          <p:nvPr userDrawn="1"/>
        </p:nvSpPr>
        <p:spPr>
          <a:xfrm>
            <a:off x="240919" y="-11270"/>
            <a:ext cx="4358457" cy="6869270"/>
          </a:xfrm>
          <a:prstGeom prst="rect">
            <a:avLst/>
          </a:prstGeom>
          <a:solidFill>
            <a:srgbClr val="0031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17F7198D-3863-F786-C8B4-9F7DFFDB2B4C}"/>
              </a:ext>
            </a:extLst>
          </p:cNvPr>
          <p:cNvCxnSpPr>
            <a:cxnSpLocks/>
          </p:cNvCxnSpPr>
          <p:nvPr userDrawn="1"/>
        </p:nvCxnSpPr>
        <p:spPr>
          <a:xfrm>
            <a:off x="4318636" y="937354"/>
            <a:ext cx="1151616" cy="0"/>
          </a:xfrm>
          <a:prstGeom prst="line">
            <a:avLst/>
          </a:prstGeom>
          <a:ln w="28575">
            <a:solidFill>
              <a:srgbClr val="0031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8C977DE-9D9A-35B5-B5D1-4236AA3706A4}"/>
              </a:ext>
            </a:extLst>
          </p:cNvPr>
          <p:cNvSpPr/>
          <p:nvPr userDrawn="1"/>
        </p:nvSpPr>
        <p:spPr>
          <a:xfrm>
            <a:off x="5050996" y="789502"/>
            <a:ext cx="7043573" cy="295704"/>
          </a:xfrm>
          <a:prstGeom prst="roundRect">
            <a:avLst/>
          </a:prstGeom>
          <a:solidFill>
            <a:srgbClr val="00313F"/>
          </a:solidFill>
          <a:ln>
            <a:solidFill>
              <a:srgbClr val="0031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Expériences significatives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46CB4A50-F25B-2A30-777B-065B7F6A2D22}"/>
              </a:ext>
            </a:extLst>
          </p:cNvPr>
          <p:cNvCxnSpPr>
            <a:cxnSpLocks/>
          </p:cNvCxnSpPr>
          <p:nvPr userDrawn="1"/>
        </p:nvCxnSpPr>
        <p:spPr>
          <a:xfrm>
            <a:off x="4318636" y="246016"/>
            <a:ext cx="1151616" cy="0"/>
          </a:xfrm>
          <a:prstGeom prst="line">
            <a:avLst/>
          </a:prstGeom>
          <a:ln w="28575">
            <a:solidFill>
              <a:srgbClr val="0031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C83192A-30F3-2FB1-02E6-5A4E32FB97E4}"/>
              </a:ext>
            </a:extLst>
          </p:cNvPr>
          <p:cNvSpPr/>
          <p:nvPr userDrawn="1"/>
        </p:nvSpPr>
        <p:spPr>
          <a:xfrm>
            <a:off x="5050996" y="98164"/>
            <a:ext cx="7043573" cy="295704"/>
          </a:xfrm>
          <a:prstGeom prst="roundRect">
            <a:avLst/>
          </a:prstGeom>
          <a:solidFill>
            <a:srgbClr val="00313F"/>
          </a:solidFill>
          <a:ln>
            <a:solidFill>
              <a:srgbClr val="0031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Formations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840FA62-FF74-3D5C-E5D8-ABDE1C39DEE1}"/>
              </a:ext>
            </a:extLst>
          </p:cNvPr>
          <p:cNvSpPr txBox="1"/>
          <p:nvPr userDrawn="1"/>
        </p:nvSpPr>
        <p:spPr>
          <a:xfrm>
            <a:off x="1266947" y="4966313"/>
            <a:ext cx="2472934" cy="246221"/>
          </a:xfrm>
          <a:prstGeom prst="rect">
            <a:avLst/>
          </a:prstGeom>
          <a:noFill/>
          <a:ln>
            <a:solidFill>
              <a:srgbClr val="335A65"/>
            </a:solidFill>
          </a:ln>
        </p:spPr>
        <p:txBody>
          <a:bodyPr wrap="square" rtlCol="0">
            <a:spAutoFit/>
          </a:bodyPr>
          <a:lstStyle/>
          <a:p>
            <a:pPr marL="857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rPr>
              <a:t>Compétences</a:t>
            </a:r>
          </a:p>
        </p:txBody>
      </p:sp>
      <p:pic>
        <p:nvPicPr>
          <p:cNvPr id="18" name="cover-ornament format margin gutterc">
            <a:extLst>
              <a:ext uri="{FF2B5EF4-FFF2-40B4-BE49-F238E27FC236}">
                <a16:creationId xmlns:a16="http://schemas.microsoft.com/office/drawing/2014/main" id="{7AB8D078-9F49-7739-F1E7-D6912D176B7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 amt="2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788" y="24754"/>
            <a:ext cx="2708672" cy="3033713"/>
          </a:xfrm>
          <a:prstGeom prst="rect">
            <a:avLst/>
          </a:prstGeom>
        </p:spPr>
      </p:pic>
      <p:sp>
        <p:nvSpPr>
          <p:cNvPr id="38" name="Espace réservé du texte 37">
            <a:extLst>
              <a:ext uri="{FF2B5EF4-FFF2-40B4-BE49-F238E27FC236}">
                <a16:creationId xmlns:a16="http://schemas.microsoft.com/office/drawing/2014/main" id="{6E5F2F8E-97A1-620D-8E87-994C731BE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49447" y="393700"/>
            <a:ext cx="7245715" cy="32806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Clr>
                <a:srgbClr val="FF8200"/>
              </a:buClr>
              <a:defRPr lang="fr-FR" sz="1000" b="0" i="0" u="none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fr-FR" sz="1000" b="1" i="0" u="sng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Espace réservé du texte 40">
            <a:extLst>
              <a:ext uri="{FF2B5EF4-FFF2-40B4-BE49-F238E27FC236}">
                <a16:creationId xmlns:a16="http://schemas.microsoft.com/office/drawing/2014/main" id="{CE51FC90-F90B-8EFC-B1F2-B9A34F22BF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155" y="3077946"/>
            <a:ext cx="3974682" cy="452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kumimoji="0" lang="fr-FR" sz="1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2" name="Espace réservé du texte 40">
            <a:extLst>
              <a:ext uri="{FF2B5EF4-FFF2-40B4-BE49-F238E27FC236}">
                <a16:creationId xmlns:a16="http://schemas.microsoft.com/office/drawing/2014/main" id="{8F1B0F01-95A9-5A38-34DB-C38BC2CF44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8718" y="3644562"/>
            <a:ext cx="3966312" cy="124790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kumimoji="0" lang="fr-FR" sz="9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4" name="Espace réservé du texte 43">
            <a:extLst>
              <a:ext uri="{FF2B5EF4-FFF2-40B4-BE49-F238E27FC236}">
                <a16:creationId xmlns:a16="http://schemas.microsoft.com/office/drawing/2014/main" id="{2D770789-44BC-649F-852D-40D299D391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3575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6" name="Espace réservé du texte 43">
            <a:extLst>
              <a:ext uri="{FF2B5EF4-FFF2-40B4-BE49-F238E27FC236}">
                <a16:creationId xmlns:a16="http://schemas.microsoft.com/office/drawing/2014/main" id="{FEAEC89C-1356-795E-2274-5CEBE80EFE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22140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7" name="Espace réservé du texte 43">
            <a:extLst>
              <a:ext uri="{FF2B5EF4-FFF2-40B4-BE49-F238E27FC236}">
                <a16:creationId xmlns:a16="http://schemas.microsoft.com/office/drawing/2014/main" id="{FBD9FE52-4FD2-CAE8-259E-19238D13F1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0155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8" name="Espace réservé du texte 43">
            <a:extLst>
              <a:ext uri="{FF2B5EF4-FFF2-40B4-BE49-F238E27FC236}">
                <a16:creationId xmlns:a16="http://schemas.microsoft.com/office/drawing/2014/main" id="{F862F74F-AB0B-EF58-6037-1D5694A7CA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22140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9" name="Espace réservé du texte 43">
            <a:extLst>
              <a:ext uri="{FF2B5EF4-FFF2-40B4-BE49-F238E27FC236}">
                <a16:creationId xmlns:a16="http://schemas.microsoft.com/office/drawing/2014/main" id="{2CCF16BB-07E8-BEBD-A41A-3879AB072BC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2140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0" name="Espace réservé du texte 43">
            <a:extLst>
              <a:ext uri="{FF2B5EF4-FFF2-40B4-BE49-F238E27FC236}">
                <a16:creationId xmlns:a16="http://schemas.microsoft.com/office/drawing/2014/main" id="{F07C3DE6-C06C-DAE4-9D7D-5A2F1B56E2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0154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1" name="Espace réservé du texte 43">
            <a:extLst>
              <a:ext uri="{FF2B5EF4-FFF2-40B4-BE49-F238E27FC236}">
                <a16:creationId xmlns:a16="http://schemas.microsoft.com/office/drawing/2014/main" id="{31EED93A-7FB0-98A9-6B1C-5F3FA0A4F3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154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2" name="Espace réservé du texte 43">
            <a:extLst>
              <a:ext uri="{FF2B5EF4-FFF2-40B4-BE49-F238E27FC236}">
                <a16:creationId xmlns:a16="http://schemas.microsoft.com/office/drawing/2014/main" id="{53240AA2-E4E6-A30F-1DD3-4DC99A3680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03574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3" name="Espace réservé du texte 43">
            <a:extLst>
              <a:ext uri="{FF2B5EF4-FFF2-40B4-BE49-F238E27FC236}">
                <a16:creationId xmlns:a16="http://schemas.microsoft.com/office/drawing/2014/main" id="{AEF25F3B-0CBA-8CF8-B7C7-94A977EE98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03574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4" name="Espace réservé du texte 37">
            <a:extLst>
              <a:ext uri="{FF2B5EF4-FFF2-40B4-BE49-F238E27FC236}">
                <a16:creationId xmlns:a16="http://schemas.microsoft.com/office/drawing/2014/main" id="{2547A7B9-49F7-8E00-5467-5953CBDA1A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49447" y="1098672"/>
            <a:ext cx="7245715" cy="32806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Clr>
                <a:srgbClr val="FF8200"/>
              </a:buCl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fr-FR" sz="1000" b="1" i="0" u="sng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Pour xxx</a:t>
            </a:r>
          </a:p>
        </p:txBody>
      </p:sp>
    </p:spTree>
    <p:extLst>
      <p:ext uri="{BB962C8B-B14F-4D97-AF65-F5344CB8AC3E}">
        <p14:creationId xmlns:p14="http://schemas.microsoft.com/office/powerpoint/2010/main" val="40617679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5313-C154-4EA4-A4E4-98F2BD5B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27765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diapositive">
            <a:extLst>
              <a:ext uri="{FF2B5EF4-FFF2-40B4-BE49-F238E27FC236}">
                <a16:creationId xmlns:a16="http://schemas.microsoft.com/office/drawing/2014/main" id="{974389DA-BE13-134C-C353-4DC6AB89F540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C0E69E-5D09-44B3-842A-E8860AA6EFBE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752346076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 algn="ctr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77599" y="6477000"/>
            <a:ext cx="609600" cy="185738"/>
          </a:xfrm>
        </p:spPr>
        <p:txBody>
          <a:bodyPr/>
          <a:lstStyle>
            <a:lvl1pPr>
              <a:defRPr sz="1108"/>
            </a:lvl1pPr>
          </a:lstStyle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305058D-463E-3748-8449-0A1BD7C2D9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1" y="1557338"/>
            <a:ext cx="10668000" cy="467995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DD40177-174F-A448-9EAA-6A45833FD426}"/>
              </a:ext>
            </a:extLst>
          </p:cNvPr>
          <p:cNvSpPr/>
          <p:nvPr userDrawn="1"/>
        </p:nvSpPr>
        <p:spPr>
          <a:xfrm>
            <a:off x="3" y="2"/>
            <a:ext cx="367836" cy="981075"/>
          </a:xfrm>
          <a:custGeom>
            <a:avLst/>
            <a:gdLst>
              <a:gd name="connsiteX0" fmla="*/ 0 w 298867"/>
              <a:gd name="connsiteY0" fmla="*/ 0 h 981075"/>
              <a:gd name="connsiteX1" fmla="*/ 298867 w 298867"/>
              <a:gd name="connsiteY1" fmla="*/ 0 h 981075"/>
              <a:gd name="connsiteX2" fmla="*/ 147373 w 298867"/>
              <a:gd name="connsiteY2" fmla="*/ 981075 h 981075"/>
              <a:gd name="connsiteX3" fmla="*/ 0 w 298867"/>
              <a:gd name="connsiteY3" fmla="*/ 981075 h 98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867" h="981075">
                <a:moveTo>
                  <a:pt x="0" y="0"/>
                </a:moveTo>
                <a:lnTo>
                  <a:pt x="298867" y="0"/>
                </a:lnTo>
                <a:lnTo>
                  <a:pt x="147373" y="981075"/>
                </a:lnTo>
                <a:lnTo>
                  <a:pt x="0" y="98107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242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titre contenu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F1ACEB0-93A8-334F-8FF1-D76EBCB75D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39138" cy="6858000"/>
          </a:xfrm>
          <a:custGeom>
            <a:avLst/>
            <a:gdLst>
              <a:gd name="connsiteX0" fmla="*/ 0 w 3606800"/>
              <a:gd name="connsiteY0" fmla="*/ 0 h 6858000"/>
              <a:gd name="connsiteX1" fmla="*/ 3606800 w 3606800"/>
              <a:gd name="connsiteY1" fmla="*/ 0 h 6858000"/>
              <a:gd name="connsiteX2" fmla="*/ 2667000 w 3606800"/>
              <a:gd name="connsiteY2" fmla="*/ 6858000 h 6858000"/>
              <a:gd name="connsiteX3" fmla="*/ 0 w 3606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6800" h="6858000">
                <a:moveTo>
                  <a:pt x="0" y="0"/>
                </a:moveTo>
                <a:lnTo>
                  <a:pt x="3606800" y="0"/>
                </a:lnTo>
                <a:lnTo>
                  <a:pt x="266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anchor="ctr">
            <a:noAutofit/>
          </a:bodyPr>
          <a:lstStyle>
            <a:lvl1pPr marL="0" indent="0" algn="ctr">
              <a:spcBef>
                <a:spcPts val="0"/>
              </a:spcBef>
              <a:defRPr sz="2400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2" y="185739"/>
            <a:ext cx="5638800" cy="866775"/>
          </a:xfrm>
        </p:spPr>
        <p:txBody>
          <a:bodyPr anchor="b"/>
          <a:lstStyle>
            <a:lvl1pPr algn="l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ext Placeholder 7 format margin gutterc">
            <a:extLst>
              <a:ext uri="{FF2B5EF4-FFF2-40B4-BE49-F238E27FC236}">
                <a16:creationId xmlns:a16="http://schemas.microsoft.com/office/drawing/2014/main" id="{8452ADAD-0420-0F49-8640-DF15CFC0ED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1" y="1547814"/>
            <a:ext cx="5638800" cy="4705350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787565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900A349-AC10-1B4C-944D-98197F44F7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87" r="43910" b="85694"/>
          <a:stretch>
            <a:fillRect/>
          </a:stretch>
        </p:blipFill>
        <p:spPr>
          <a:xfrm>
            <a:off x="3" y="2"/>
            <a:ext cx="367836" cy="981075"/>
          </a:xfrm>
          <a:custGeom>
            <a:avLst/>
            <a:gdLst>
              <a:gd name="connsiteX0" fmla="*/ 0 w 298867"/>
              <a:gd name="connsiteY0" fmla="*/ 0 h 981075"/>
              <a:gd name="connsiteX1" fmla="*/ 298867 w 298867"/>
              <a:gd name="connsiteY1" fmla="*/ 0 h 981075"/>
              <a:gd name="connsiteX2" fmla="*/ 147373 w 298867"/>
              <a:gd name="connsiteY2" fmla="*/ 981075 h 981075"/>
              <a:gd name="connsiteX3" fmla="*/ 0 w 298867"/>
              <a:gd name="connsiteY3" fmla="*/ 981075 h 98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867" h="981075">
                <a:moveTo>
                  <a:pt x="0" y="0"/>
                </a:moveTo>
                <a:lnTo>
                  <a:pt x="298867" y="0"/>
                </a:lnTo>
                <a:lnTo>
                  <a:pt x="147373" y="981075"/>
                </a:lnTo>
                <a:lnTo>
                  <a:pt x="0" y="981075"/>
                </a:lnTo>
                <a:close/>
              </a:path>
            </a:pathLst>
          </a:custGeom>
          <a:solidFill>
            <a:srgbClr val="FFFED6"/>
          </a:solidFill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 algn="ctr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77599" y="6477000"/>
            <a:ext cx="609600" cy="185738"/>
          </a:xfrm>
        </p:spPr>
        <p:txBody>
          <a:bodyPr/>
          <a:lstStyle>
            <a:lvl1pPr>
              <a:defRPr sz="900"/>
            </a:lvl1pPr>
          </a:lstStyle>
          <a:p>
            <a:fld id="{3650C051-3314-D242-AAEB-C050DF6D9FA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305058D-463E-3748-8449-0A1BD7C2D9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1" y="1557338"/>
            <a:ext cx="10668000" cy="46799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447664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bleu" userDrawn="1">
  <p:cSld name="section bleu">
    <p:bg>
      <p:bgPr>
        <a:solidFill>
          <a:schemeClr val="dk2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5"/>
          <p:cNvSpPr txBox="1">
            <a:spLocks noGrp="1"/>
          </p:cNvSpPr>
          <p:nvPr>
            <p:ph type="title"/>
          </p:nvPr>
        </p:nvSpPr>
        <p:spPr>
          <a:xfrm>
            <a:off x="5334004" y="1485900"/>
            <a:ext cx="5638800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08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216" b="1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4" name="Google Shape;24;p8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77600" y="6099142"/>
            <a:ext cx="609600" cy="54174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85"/>
          <p:cNvSpPr txBox="1">
            <a:spLocks noGrp="1"/>
          </p:cNvSpPr>
          <p:nvPr>
            <p:ph type="body" idx="1"/>
          </p:nvPr>
        </p:nvSpPr>
        <p:spPr>
          <a:xfrm>
            <a:off x="5334004" y="2847975"/>
            <a:ext cx="5638800" cy="1300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22033" lvl="0" indent="-211017" algn="l">
              <a:lnSpc>
                <a:spcPct val="150000"/>
              </a:lnSpc>
              <a:spcBef>
                <a:spcPts val="55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/>
            </a:lvl1pPr>
            <a:lvl2pPr marL="844067" lvl="1" indent="-269632" algn="l">
              <a:lnSpc>
                <a:spcPct val="150000"/>
              </a:lnSpc>
              <a:spcBef>
                <a:spcPts val="555"/>
              </a:spcBef>
              <a:spcAft>
                <a:spcPts val="0"/>
              </a:spcAft>
              <a:buSzPts val="1000"/>
              <a:buChar char="▪"/>
              <a:defRPr/>
            </a:lvl2pPr>
            <a:lvl3pPr marL="1266100" lvl="2" indent="-269632" algn="l">
              <a:lnSpc>
                <a:spcPct val="150000"/>
              </a:lnSpc>
              <a:spcBef>
                <a:spcPts val="555"/>
              </a:spcBef>
              <a:spcAft>
                <a:spcPts val="0"/>
              </a:spcAft>
              <a:buSzPts val="1000"/>
              <a:buChar char="▪"/>
              <a:defRPr/>
            </a:lvl3pPr>
            <a:lvl4pPr marL="1688135" lvl="3" indent="-269632" algn="l">
              <a:lnSpc>
                <a:spcPct val="150000"/>
              </a:lnSpc>
              <a:spcBef>
                <a:spcPts val="555"/>
              </a:spcBef>
              <a:spcAft>
                <a:spcPts val="0"/>
              </a:spcAft>
              <a:buSzPts val="1000"/>
              <a:buChar char="▪"/>
              <a:defRPr/>
            </a:lvl4pPr>
            <a:lvl5pPr marL="2110169" lvl="4" indent="-269632" algn="l">
              <a:lnSpc>
                <a:spcPct val="150000"/>
              </a:lnSpc>
              <a:spcBef>
                <a:spcPts val="555"/>
              </a:spcBef>
              <a:spcAft>
                <a:spcPts val="0"/>
              </a:spcAft>
              <a:buSzPts val="1000"/>
              <a:buChar char="▪"/>
              <a:defRPr/>
            </a:lvl5pPr>
            <a:lvl6pPr marL="2532202" lvl="5" indent="-316525" algn="l">
              <a:lnSpc>
                <a:spcPct val="100000"/>
              </a:lnSpc>
              <a:spcBef>
                <a:spcPts val="332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2954235" lvl="6" indent="-316525" algn="l">
              <a:lnSpc>
                <a:spcPct val="100000"/>
              </a:lnSpc>
              <a:spcBef>
                <a:spcPts val="332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376269" lvl="7" indent="-316525" algn="l">
              <a:lnSpc>
                <a:spcPct val="100000"/>
              </a:lnSpc>
              <a:spcBef>
                <a:spcPts val="332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3798302" lvl="8" indent="-316525" algn="l">
              <a:lnSpc>
                <a:spcPct val="100000"/>
              </a:lnSpc>
              <a:spcBef>
                <a:spcPts val="332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85"/>
          <p:cNvSpPr txBox="1">
            <a:spLocks noGrp="1"/>
          </p:cNvSpPr>
          <p:nvPr>
            <p:ph type="body" idx="3"/>
          </p:nvPr>
        </p:nvSpPr>
        <p:spPr>
          <a:xfrm>
            <a:off x="4575908" y="1485900"/>
            <a:ext cx="609600" cy="1162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400" rIns="0" bIns="0" anchor="t" anchorCtr="0">
            <a:normAutofit/>
          </a:bodyPr>
          <a:lstStyle>
            <a:lvl1pPr marL="422033" lvl="0" indent="-21101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6647" b="1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44067" lvl="1" indent="-269632" algn="r">
              <a:lnSpc>
                <a:spcPct val="150000"/>
              </a:lnSpc>
              <a:spcBef>
                <a:spcPts val="555"/>
              </a:spcBef>
              <a:spcAft>
                <a:spcPts val="0"/>
              </a:spcAft>
              <a:buSzPts val="1000"/>
              <a:buChar char="▪"/>
              <a:defRPr/>
            </a:lvl2pPr>
            <a:lvl3pPr marL="1266100" lvl="2" indent="-269632" algn="r">
              <a:lnSpc>
                <a:spcPct val="150000"/>
              </a:lnSpc>
              <a:spcBef>
                <a:spcPts val="555"/>
              </a:spcBef>
              <a:spcAft>
                <a:spcPts val="0"/>
              </a:spcAft>
              <a:buSzPts val="1000"/>
              <a:buChar char="▪"/>
              <a:defRPr/>
            </a:lvl3pPr>
            <a:lvl4pPr marL="1688135" lvl="3" indent="-269632" algn="r">
              <a:lnSpc>
                <a:spcPct val="150000"/>
              </a:lnSpc>
              <a:spcBef>
                <a:spcPts val="555"/>
              </a:spcBef>
              <a:spcAft>
                <a:spcPts val="0"/>
              </a:spcAft>
              <a:buSzPts val="1000"/>
              <a:buChar char="▪"/>
              <a:defRPr/>
            </a:lvl4pPr>
            <a:lvl5pPr marL="2110169" lvl="4" indent="-269632" algn="r">
              <a:lnSpc>
                <a:spcPct val="150000"/>
              </a:lnSpc>
              <a:spcBef>
                <a:spcPts val="555"/>
              </a:spcBef>
              <a:spcAft>
                <a:spcPts val="0"/>
              </a:spcAft>
              <a:buSzPts val="1000"/>
              <a:buChar char="▪"/>
              <a:defRPr/>
            </a:lvl5pPr>
            <a:lvl6pPr marL="2532202" lvl="5" indent="-316525" algn="l">
              <a:lnSpc>
                <a:spcPct val="100000"/>
              </a:lnSpc>
              <a:spcBef>
                <a:spcPts val="332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2954235" lvl="6" indent="-316525" algn="l">
              <a:lnSpc>
                <a:spcPct val="100000"/>
              </a:lnSpc>
              <a:spcBef>
                <a:spcPts val="332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376269" lvl="7" indent="-316525" algn="l">
              <a:lnSpc>
                <a:spcPct val="100000"/>
              </a:lnSpc>
              <a:spcBef>
                <a:spcPts val="332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3798302" lvl="8" indent="-316525" algn="l">
              <a:lnSpc>
                <a:spcPct val="100000"/>
              </a:lnSpc>
              <a:spcBef>
                <a:spcPts val="332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5643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5313-C154-4EA4-A4E4-98F2BD5B7E14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88D844-9085-C8F6-F5D0-F35915DE5155}"/>
              </a:ext>
            </a:extLst>
          </p:cNvPr>
          <p:cNvSpPr/>
          <p:nvPr userDrawn="1"/>
        </p:nvSpPr>
        <p:spPr>
          <a:xfrm>
            <a:off x="240919" y="-11270"/>
            <a:ext cx="4358457" cy="6869270"/>
          </a:xfrm>
          <a:prstGeom prst="rect">
            <a:avLst/>
          </a:prstGeom>
          <a:solidFill>
            <a:srgbClr val="0031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17F7198D-3863-F786-C8B4-9F7DFFDB2B4C}"/>
              </a:ext>
            </a:extLst>
          </p:cNvPr>
          <p:cNvCxnSpPr>
            <a:cxnSpLocks/>
          </p:cNvCxnSpPr>
          <p:nvPr userDrawn="1"/>
        </p:nvCxnSpPr>
        <p:spPr>
          <a:xfrm>
            <a:off x="4318636" y="937354"/>
            <a:ext cx="1151616" cy="0"/>
          </a:xfrm>
          <a:prstGeom prst="line">
            <a:avLst/>
          </a:prstGeom>
          <a:ln w="28575">
            <a:solidFill>
              <a:srgbClr val="0031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8C977DE-9D9A-35B5-B5D1-4236AA3706A4}"/>
              </a:ext>
            </a:extLst>
          </p:cNvPr>
          <p:cNvSpPr/>
          <p:nvPr userDrawn="1"/>
        </p:nvSpPr>
        <p:spPr>
          <a:xfrm>
            <a:off x="5050996" y="789502"/>
            <a:ext cx="7043573" cy="295704"/>
          </a:xfrm>
          <a:prstGeom prst="roundRect">
            <a:avLst/>
          </a:prstGeom>
          <a:solidFill>
            <a:srgbClr val="00313F"/>
          </a:solidFill>
          <a:ln>
            <a:solidFill>
              <a:srgbClr val="0031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Expériences significatives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46CB4A50-F25B-2A30-777B-065B7F6A2D22}"/>
              </a:ext>
            </a:extLst>
          </p:cNvPr>
          <p:cNvCxnSpPr>
            <a:cxnSpLocks/>
          </p:cNvCxnSpPr>
          <p:nvPr userDrawn="1"/>
        </p:nvCxnSpPr>
        <p:spPr>
          <a:xfrm>
            <a:off x="4318636" y="246016"/>
            <a:ext cx="1151616" cy="0"/>
          </a:xfrm>
          <a:prstGeom prst="line">
            <a:avLst/>
          </a:prstGeom>
          <a:ln w="28575">
            <a:solidFill>
              <a:srgbClr val="0031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C83192A-30F3-2FB1-02E6-5A4E32FB97E4}"/>
              </a:ext>
            </a:extLst>
          </p:cNvPr>
          <p:cNvSpPr/>
          <p:nvPr userDrawn="1"/>
        </p:nvSpPr>
        <p:spPr>
          <a:xfrm>
            <a:off x="5050996" y="98164"/>
            <a:ext cx="7043573" cy="295704"/>
          </a:xfrm>
          <a:prstGeom prst="roundRect">
            <a:avLst/>
          </a:prstGeom>
          <a:solidFill>
            <a:srgbClr val="00313F"/>
          </a:solidFill>
          <a:ln>
            <a:solidFill>
              <a:srgbClr val="0031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Formations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840FA62-FF74-3D5C-E5D8-ABDE1C39DEE1}"/>
              </a:ext>
            </a:extLst>
          </p:cNvPr>
          <p:cNvSpPr txBox="1"/>
          <p:nvPr userDrawn="1"/>
        </p:nvSpPr>
        <p:spPr>
          <a:xfrm>
            <a:off x="1266947" y="4966313"/>
            <a:ext cx="2472934" cy="246221"/>
          </a:xfrm>
          <a:prstGeom prst="rect">
            <a:avLst/>
          </a:prstGeom>
          <a:noFill/>
          <a:ln>
            <a:solidFill>
              <a:srgbClr val="335A65"/>
            </a:solidFill>
          </a:ln>
        </p:spPr>
        <p:txBody>
          <a:bodyPr wrap="square" rtlCol="0">
            <a:spAutoFit/>
          </a:bodyPr>
          <a:lstStyle/>
          <a:p>
            <a:pPr marL="857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rPr>
              <a:t>Compétences</a:t>
            </a:r>
          </a:p>
        </p:txBody>
      </p:sp>
      <p:pic>
        <p:nvPicPr>
          <p:cNvPr id="18" name="cover-ornament format margin gutterc">
            <a:extLst>
              <a:ext uri="{FF2B5EF4-FFF2-40B4-BE49-F238E27FC236}">
                <a16:creationId xmlns:a16="http://schemas.microsoft.com/office/drawing/2014/main" id="{7AB8D078-9F49-7739-F1E7-D6912D176B7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 amt="2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788" y="24754"/>
            <a:ext cx="2708672" cy="3033713"/>
          </a:xfrm>
          <a:prstGeom prst="rect">
            <a:avLst/>
          </a:prstGeom>
        </p:spPr>
      </p:pic>
      <p:pic>
        <p:nvPicPr>
          <p:cNvPr id="31" name="Picture 2">
            <a:extLst>
              <a:ext uri="{FF2B5EF4-FFF2-40B4-BE49-F238E27FC236}">
                <a16:creationId xmlns:a16="http://schemas.microsoft.com/office/drawing/2014/main" id="{F69DF605-75D9-2F96-8B9B-8EE0E4CC77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717" y="2560096"/>
            <a:ext cx="638355" cy="591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Espace réservé du texte 37">
            <a:extLst>
              <a:ext uri="{FF2B5EF4-FFF2-40B4-BE49-F238E27FC236}">
                <a16:creationId xmlns:a16="http://schemas.microsoft.com/office/drawing/2014/main" id="{6E5F2F8E-97A1-620D-8E87-994C731BE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49447" y="393700"/>
            <a:ext cx="7245715" cy="32806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Clr>
                <a:srgbClr val="FF8200"/>
              </a:buClr>
              <a:defRPr lang="fr-FR" sz="1000" b="0" i="0" u="none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fr-FR" sz="1000" b="1" i="0" u="sng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Espace réservé du texte 40">
            <a:extLst>
              <a:ext uri="{FF2B5EF4-FFF2-40B4-BE49-F238E27FC236}">
                <a16:creationId xmlns:a16="http://schemas.microsoft.com/office/drawing/2014/main" id="{CE51FC90-F90B-8EFC-B1F2-B9A34F22BF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155" y="3077946"/>
            <a:ext cx="3974682" cy="452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kumimoji="0" lang="fr-FR" sz="1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2" name="Espace réservé du texte 40">
            <a:extLst>
              <a:ext uri="{FF2B5EF4-FFF2-40B4-BE49-F238E27FC236}">
                <a16:creationId xmlns:a16="http://schemas.microsoft.com/office/drawing/2014/main" id="{8F1B0F01-95A9-5A38-34DB-C38BC2CF44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8718" y="3644562"/>
            <a:ext cx="3966312" cy="124790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kumimoji="0" lang="fr-FR" sz="9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4" name="Espace réservé du texte 43">
            <a:extLst>
              <a:ext uri="{FF2B5EF4-FFF2-40B4-BE49-F238E27FC236}">
                <a16:creationId xmlns:a16="http://schemas.microsoft.com/office/drawing/2014/main" id="{2D770789-44BC-649F-852D-40D299D391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3575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6" name="Espace réservé du texte 43">
            <a:extLst>
              <a:ext uri="{FF2B5EF4-FFF2-40B4-BE49-F238E27FC236}">
                <a16:creationId xmlns:a16="http://schemas.microsoft.com/office/drawing/2014/main" id="{FEAEC89C-1356-795E-2274-5CEBE80EFE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22140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7" name="Espace réservé du texte 43">
            <a:extLst>
              <a:ext uri="{FF2B5EF4-FFF2-40B4-BE49-F238E27FC236}">
                <a16:creationId xmlns:a16="http://schemas.microsoft.com/office/drawing/2014/main" id="{FBD9FE52-4FD2-CAE8-259E-19238D13F1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0155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8" name="Espace réservé du texte 43">
            <a:extLst>
              <a:ext uri="{FF2B5EF4-FFF2-40B4-BE49-F238E27FC236}">
                <a16:creationId xmlns:a16="http://schemas.microsoft.com/office/drawing/2014/main" id="{F862F74F-AB0B-EF58-6037-1D5694A7CA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22140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9" name="Espace réservé du texte 43">
            <a:extLst>
              <a:ext uri="{FF2B5EF4-FFF2-40B4-BE49-F238E27FC236}">
                <a16:creationId xmlns:a16="http://schemas.microsoft.com/office/drawing/2014/main" id="{2CCF16BB-07E8-BEBD-A41A-3879AB072BC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2140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0" name="Espace réservé du texte 43">
            <a:extLst>
              <a:ext uri="{FF2B5EF4-FFF2-40B4-BE49-F238E27FC236}">
                <a16:creationId xmlns:a16="http://schemas.microsoft.com/office/drawing/2014/main" id="{F07C3DE6-C06C-DAE4-9D7D-5A2F1B56E2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0154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1" name="Espace réservé du texte 43">
            <a:extLst>
              <a:ext uri="{FF2B5EF4-FFF2-40B4-BE49-F238E27FC236}">
                <a16:creationId xmlns:a16="http://schemas.microsoft.com/office/drawing/2014/main" id="{31EED93A-7FB0-98A9-6B1C-5F3FA0A4F3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154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2" name="Espace réservé du texte 43">
            <a:extLst>
              <a:ext uri="{FF2B5EF4-FFF2-40B4-BE49-F238E27FC236}">
                <a16:creationId xmlns:a16="http://schemas.microsoft.com/office/drawing/2014/main" id="{53240AA2-E4E6-A30F-1DD3-4DC99A3680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03574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3" name="Espace réservé du texte 43">
            <a:extLst>
              <a:ext uri="{FF2B5EF4-FFF2-40B4-BE49-F238E27FC236}">
                <a16:creationId xmlns:a16="http://schemas.microsoft.com/office/drawing/2014/main" id="{AEF25F3B-0CBA-8CF8-B7C7-94A977EE98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03574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4" name="Espace réservé du texte 37">
            <a:extLst>
              <a:ext uri="{FF2B5EF4-FFF2-40B4-BE49-F238E27FC236}">
                <a16:creationId xmlns:a16="http://schemas.microsoft.com/office/drawing/2014/main" id="{2547A7B9-49F7-8E00-5467-5953CBDA1A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49447" y="1098672"/>
            <a:ext cx="7245715" cy="32806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Clr>
                <a:srgbClr val="FF8200"/>
              </a:buCl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fr-FR" sz="1000" b="1" i="0" u="sng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Pour xxx</a:t>
            </a:r>
          </a:p>
        </p:txBody>
      </p:sp>
    </p:spTree>
    <p:extLst>
      <p:ext uri="{BB962C8B-B14F-4D97-AF65-F5344CB8AC3E}">
        <p14:creationId xmlns:p14="http://schemas.microsoft.com/office/powerpoint/2010/main" val="36041059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5313-C154-4EA4-A4E4-98F2BD5B7E14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88D844-9085-C8F6-F5D0-F35915DE5155}"/>
              </a:ext>
            </a:extLst>
          </p:cNvPr>
          <p:cNvSpPr/>
          <p:nvPr userDrawn="1"/>
        </p:nvSpPr>
        <p:spPr>
          <a:xfrm>
            <a:off x="240919" y="-11270"/>
            <a:ext cx="4358457" cy="6869270"/>
          </a:xfrm>
          <a:prstGeom prst="rect">
            <a:avLst/>
          </a:prstGeom>
          <a:solidFill>
            <a:srgbClr val="0031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17F7198D-3863-F786-C8B4-9F7DFFDB2B4C}"/>
              </a:ext>
            </a:extLst>
          </p:cNvPr>
          <p:cNvCxnSpPr>
            <a:cxnSpLocks/>
          </p:cNvCxnSpPr>
          <p:nvPr userDrawn="1"/>
        </p:nvCxnSpPr>
        <p:spPr>
          <a:xfrm>
            <a:off x="4318636" y="937354"/>
            <a:ext cx="1151616" cy="0"/>
          </a:xfrm>
          <a:prstGeom prst="line">
            <a:avLst/>
          </a:prstGeom>
          <a:ln w="28575">
            <a:solidFill>
              <a:srgbClr val="0031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8C977DE-9D9A-35B5-B5D1-4236AA3706A4}"/>
              </a:ext>
            </a:extLst>
          </p:cNvPr>
          <p:cNvSpPr/>
          <p:nvPr userDrawn="1"/>
        </p:nvSpPr>
        <p:spPr>
          <a:xfrm>
            <a:off x="5050996" y="789502"/>
            <a:ext cx="7043573" cy="295704"/>
          </a:xfrm>
          <a:prstGeom prst="roundRect">
            <a:avLst/>
          </a:prstGeom>
          <a:solidFill>
            <a:srgbClr val="00313F"/>
          </a:solidFill>
          <a:ln>
            <a:solidFill>
              <a:srgbClr val="0031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Expériences significatives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46CB4A50-F25B-2A30-777B-065B7F6A2D22}"/>
              </a:ext>
            </a:extLst>
          </p:cNvPr>
          <p:cNvCxnSpPr>
            <a:cxnSpLocks/>
          </p:cNvCxnSpPr>
          <p:nvPr userDrawn="1"/>
        </p:nvCxnSpPr>
        <p:spPr>
          <a:xfrm>
            <a:off x="4318636" y="246016"/>
            <a:ext cx="1151616" cy="0"/>
          </a:xfrm>
          <a:prstGeom prst="line">
            <a:avLst/>
          </a:prstGeom>
          <a:ln w="28575">
            <a:solidFill>
              <a:srgbClr val="0031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C83192A-30F3-2FB1-02E6-5A4E32FB97E4}"/>
              </a:ext>
            </a:extLst>
          </p:cNvPr>
          <p:cNvSpPr/>
          <p:nvPr userDrawn="1"/>
        </p:nvSpPr>
        <p:spPr>
          <a:xfrm>
            <a:off x="5050996" y="98164"/>
            <a:ext cx="7043573" cy="295704"/>
          </a:xfrm>
          <a:prstGeom prst="roundRect">
            <a:avLst/>
          </a:prstGeom>
          <a:solidFill>
            <a:srgbClr val="00313F"/>
          </a:solidFill>
          <a:ln>
            <a:solidFill>
              <a:srgbClr val="0031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Formations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840FA62-FF74-3D5C-E5D8-ABDE1C39DEE1}"/>
              </a:ext>
            </a:extLst>
          </p:cNvPr>
          <p:cNvSpPr txBox="1"/>
          <p:nvPr userDrawn="1"/>
        </p:nvSpPr>
        <p:spPr>
          <a:xfrm>
            <a:off x="1266947" y="4966313"/>
            <a:ext cx="2472934" cy="246221"/>
          </a:xfrm>
          <a:prstGeom prst="rect">
            <a:avLst/>
          </a:prstGeom>
          <a:noFill/>
          <a:ln>
            <a:solidFill>
              <a:srgbClr val="335A65"/>
            </a:solidFill>
          </a:ln>
        </p:spPr>
        <p:txBody>
          <a:bodyPr wrap="square" rtlCol="0">
            <a:spAutoFit/>
          </a:bodyPr>
          <a:lstStyle/>
          <a:p>
            <a:pPr marL="857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rPr>
              <a:t>Compétences</a:t>
            </a:r>
          </a:p>
        </p:txBody>
      </p:sp>
      <p:pic>
        <p:nvPicPr>
          <p:cNvPr id="18" name="cover-ornament format margin gutterc">
            <a:extLst>
              <a:ext uri="{FF2B5EF4-FFF2-40B4-BE49-F238E27FC236}">
                <a16:creationId xmlns:a16="http://schemas.microsoft.com/office/drawing/2014/main" id="{7AB8D078-9F49-7739-F1E7-D6912D176B7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 amt="2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788" y="24754"/>
            <a:ext cx="2708672" cy="3033713"/>
          </a:xfrm>
          <a:prstGeom prst="rect">
            <a:avLst/>
          </a:prstGeom>
        </p:spPr>
      </p:pic>
      <p:sp>
        <p:nvSpPr>
          <p:cNvPr id="38" name="Espace réservé du texte 37">
            <a:extLst>
              <a:ext uri="{FF2B5EF4-FFF2-40B4-BE49-F238E27FC236}">
                <a16:creationId xmlns:a16="http://schemas.microsoft.com/office/drawing/2014/main" id="{6E5F2F8E-97A1-620D-8E87-994C731BE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49447" y="393700"/>
            <a:ext cx="7245715" cy="32806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Clr>
                <a:srgbClr val="FF8200"/>
              </a:buClr>
              <a:defRPr lang="fr-FR" sz="1000" b="0" i="0" u="none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fr-FR" sz="1000" b="1" i="0" u="sng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Espace réservé du texte 40">
            <a:extLst>
              <a:ext uri="{FF2B5EF4-FFF2-40B4-BE49-F238E27FC236}">
                <a16:creationId xmlns:a16="http://schemas.microsoft.com/office/drawing/2014/main" id="{CE51FC90-F90B-8EFC-B1F2-B9A34F22BF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155" y="3077946"/>
            <a:ext cx="3974682" cy="452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kumimoji="0" lang="fr-FR" sz="1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2" name="Espace réservé du texte 40">
            <a:extLst>
              <a:ext uri="{FF2B5EF4-FFF2-40B4-BE49-F238E27FC236}">
                <a16:creationId xmlns:a16="http://schemas.microsoft.com/office/drawing/2014/main" id="{8F1B0F01-95A9-5A38-34DB-C38BC2CF44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8718" y="3644562"/>
            <a:ext cx="3966312" cy="124790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kumimoji="0" lang="fr-FR" sz="9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4" name="Espace réservé du texte 43">
            <a:extLst>
              <a:ext uri="{FF2B5EF4-FFF2-40B4-BE49-F238E27FC236}">
                <a16:creationId xmlns:a16="http://schemas.microsoft.com/office/drawing/2014/main" id="{2D770789-44BC-649F-852D-40D299D391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3575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6" name="Espace réservé du texte 43">
            <a:extLst>
              <a:ext uri="{FF2B5EF4-FFF2-40B4-BE49-F238E27FC236}">
                <a16:creationId xmlns:a16="http://schemas.microsoft.com/office/drawing/2014/main" id="{FEAEC89C-1356-795E-2274-5CEBE80EFE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22140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7" name="Espace réservé du texte 43">
            <a:extLst>
              <a:ext uri="{FF2B5EF4-FFF2-40B4-BE49-F238E27FC236}">
                <a16:creationId xmlns:a16="http://schemas.microsoft.com/office/drawing/2014/main" id="{FBD9FE52-4FD2-CAE8-259E-19238D13F1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0155" y="5286375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8" name="Espace réservé du texte 43">
            <a:extLst>
              <a:ext uri="{FF2B5EF4-FFF2-40B4-BE49-F238E27FC236}">
                <a16:creationId xmlns:a16="http://schemas.microsoft.com/office/drawing/2014/main" id="{F862F74F-AB0B-EF58-6037-1D5694A7CA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22140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9" name="Espace réservé du texte 43">
            <a:extLst>
              <a:ext uri="{FF2B5EF4-FFF2-40B4-BE49-F238E27FC236}">
                <a16:creationId xmlns:a16="http://schemas.microsoft.com/office/drawing/2014/main" id="{2CCF16BB-07E8-BEBD-A41A-3879AB072BC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2140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0" name="Espace réservé du texte 43">
            <a:extLst>
              <a:ext uri="{FF2B5EF4-FFF2-40B4-BE49-F238E27FC236}">
                <a16:creationId xmlns:a16="http://schemas.microsoft.com/office/drawing/2014/main" id="{F07C3DE6-C06C-DAE4-9D7D-5A2F1B56E2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0154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1" name="Espace réservé du texte 43">
            <a:extLst>
              <a:ext uri="{FF2B5EF4-FFF2-40B4-BE49-F238E27FC236}">
                <a16:creationId xmlns:a16="http://schemas.microsoft.com/office/drawing/2014/main" id="{31EED93A-7FB0-98A9-6B1C-5F3FA0A4F3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154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2" name="Espace réservé du texte 43">
            <a:extLst>
              <a:ext uri="{FF2B5EF4-FFF2-40B4-BE49-F238E27FC236}">
                <a16:creationId xmlns:a16="http://schemas.microsoft.com/office/drawing/2014/main" id="{53240AA2-E4E6-A30F-1DD3-4DC99A3680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03574" y="6155561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3" name="Espace réservé du texte 43">
            <a:extLst>
              <a:ext uri="{FF2B5EF4-FFF2-40B4-BE49-F238E27FC236}">
                <a16:creationId xmlns:a16="http://schemas.microsoft.com/office/drawing/2014/main" id="{AEF25F3B-0CBA-8CF8-B7C7-94A977EE98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03574" y="5720968"/>
            <a:ext cx="1211263" cy="401638"/>
          </a:xfrm>
          <a:solidFill>
            <a:srgbClr val="335A65"/>
          </a:solidFill>
        </p:spPr>
        <p:txBody>
          <a:bodyPr anchor="ctr">
            <a:noAutofit/>
          </a:bodyPr>
          <a:lstStyle>
            <a:lvl1pPr marL="0" indent="0" algn="ctr">
              <a:buNone/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2pPr>
            <a:lvl3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3pPr>
            <a:lvl4pPr>
              <a:defRPr kumimoji="0" lang="fr-FR" sz="900" b="1" i="0" u="none" strike="noStrike" kern="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4pPr>
            <a:lvl5pPr>
              <a:defRPr kumimoji="0" lang="fr-FR" sz="9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charset="0"/>
                <a:ea typeface="EYInterstate" charset="0"/>
                <a:cs typeface="EYInterstate" charset="0"/>
              </a:defRPr>
            </a:lvl5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54" name="Espace réservé du texte 37">
            <a:extLst>
              <a:ext uri="{FF2B5EF4-FFF2-40B4-BE49-F238E27FC236}">
                <a16:creationId xmlns:a16="http://schemas.microsoft.com/office/drawing/2014/main" id="{2547A7B9-49F7-8E00-5467-5953CBDA1A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49447" y="1098672"/>
            <a:ext cx="7245715" cy="32806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Clr>
                <a:srgbClr val="FF8200"/>
              </a:buCl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fr-FR" sz="1000" b="1" i="0" u="sng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fr-FR" sz="1000" b="1" i="0" u="sng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Pour xxx</a:t>
            </a:r>
          </a:p>
        </p:txBody>
      </p:sp>
    </p:spTree>
    <p:extLst>
      <p:ext uri="{BB962C8B-B14F-4D97-AF65-F5344CB8AC3E}">
        <p14:creationId xmlns:p14="http://schemas.microsoft.com/office/powerpoint/2010/main" val="35222430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69577F8-CDF4-454C-8EA7-F9F49B76E0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02698-D3BD-481D-AAEB-D80736275A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52394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77599" y="6477001"/>
            <a:ext cx="609600" cy="185738"/>
          </a:xfrm>
        </p:spPr>
        <p:txBody>
          <a:bodyPr/>
          <a:lstStyle>
            <a:lvl1pPr>
              <a:defRPr sz="831"/>
            </a:lvl1pPr>
          </a:lstStyle>
          <a:p>
            <a:fld id="{3650C051-3314-D242-AAEB-C050DF6D9FA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305058D-463E-3748-8449-0A1BD7C2D9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3" y="1052525"/>
            <a:ext cx="10668000" cy="518476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DD40177-174F-A448-9EAA-6A45833FD426}"/>
              </a:ext>
            </a:extLst>
          </p:cNvPr>
          <p:cNvSpPr/>
          <p:nvPr userDrawn="1"/>
        </p:nvSpPr>
        <p:spPr>
          <a:xfrm>
            <a:off x="5" y="5"/>
            <a:ext cx="367836" cy="981075"/>
          </a:xfrm>
          <a:custGeom>
            <a:avLst/>
            <a:gdLst>
              <a:gd name="connsiteX0" fmla="*/ 0 w 298867"/>
              <a:gd name="connsiteY0" fmla="*/ 0 h 981075"/>
              <a:gd name="connsiteX1" fmla="*/ 298867 w 298867"/>
              <a:gd name="connsiteY1" fmla="*/ 0 h 981075"/>
              <a:gd name="connsiteX2" fmla="*/ 147373 w 298867"/>
              <a:gd name="connsiteY2" fmla="*/ 981075 h 981075"/>
              <a:gd name="connsiteX3" fmla="*/ 0 w 298867"/>
              <a:gd name="connsiteY3" fmla="*/ 981075 h 98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867" h="981075">
                <a:moveTo>
                  <a:pt x="0" y="0"/>
                </a:moveTo>
                <a:lnTo>
                  <a:pt x="298867" y="0"/>
                </a:lnTo>
                <a:lnTo>
                  <a:pt x="147373" y="981075"/>
                </a:lnTo>
                <a:lnTo>
                  <a:pt x="0" y="98107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61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AE6FBEE3-9B35-7CF3-8C7C-7812E011A1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185750"/>
            <a:ext cx="10668000" cy="8667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181026358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uverture fi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 format margin gutterc">
            <a:extLst>
              <a:ext uri="{FF2B5EF4-FFF2-40B4-BE49-F238E27FC236}">
                <a16:creationId xmlns:a16="http://schemas.microsoft.com/office/drawing/2014/main" id="{FBDF57D5-9CF0-0F4F-BFBA-9560AB141FE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219131" y="3869828"/>
            <a:ext cx="3810000" cy="1191900"/>
          </a:xfrm>
          <a:prstGeom prst="roundRect">
            <a:avLst>
              <a:gd name="adj" fmla="val 1150"/>
            </a:avLst>
          </a:prstGeom>
          <a:solidFill>
            <a:schemeClr val="tx1">
              <a:alpha val="1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none" lIns="187569" tIns="187569" rIns="187569" bIns="187569" anchor="ctr">
            <a:noAutofit/>
          </a:bodyPr>
          <a:lstStyle/>
          <a:p>
            <a:pPr eaLnBrk="0" hangingPunct="0">
              <a:lnSpc>
                <a:spcPct val="110000"/>
              </a:lnSpc>
              <a:buClr>
                <a:srgbClr val="6699CC"/>
              </a:buClr>
              <a:buSzPct val="110000"/>
              <a:defRPr/>
            </a:pPr>
            <a:endParaRPr lang="fr-FR" sz="1477">
              <a:solidFill>
                <a:srgbClr val="FFFFFF"/>
              </a:solidFill>
              <a:latin typeface="Arial Nova Condensed" panose="020B0506020202020204" pitchFamily="34" charset="0"/>
              <a:cs typeface="Arial Narrow"/>
            </a:endParaRPr>
          </a:p>
        </p:txBody>
      </p:sp>
      <p:pic>
        <p:nvPicPr>
          <p:cNvPr id="8" name="Graphic 5 format margin gutterc">
            <a:extLst>
              <a:ext uri="{FF2B5EF4-FFF2-40B4-BE49-F238E27FC236}">
                <a16:creationId xmlns:a16="http://schemas.microsoft.com/office/drawing/2014/main" id="{D31C0C14-08A6-3B4C-9C6F-CF9808FAEE2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94379" y="1792116"/>
            <a:ext cx="1259505" cy="1131735"/>
          </a:xfrm>
          <a:prstGeom prst="rect">
            <a:avLst/>
          </a:prstGeom>
        </p:spPr>
      </p:pic>
      <p:sp>
        <p:nvSpPr>
          <p:cNvPr id="5" name="TextBox 4 format margin gutterc">
            <a:extLst>
              <a:ext uri="{FF2B5EF4-FFF2-40B4-BE49-F238E27FC236}">
                <a16:creationId xmlns:a16="http://schemas.microsoft.com/office/drawing/2014/main" id="{3E784DC0-1BE2-6F4C-ACC9-20ECECB49B2F}"/>
              </a:ext>
            </a:extLst>
          </p:cNvPr>
          <p:cNvSpPr txBox="1"/>
          <p:nvPr userDrawn="1"/>
        </p:nvSpPr>
        <p:spPr>
          <a:xfrm>
            <a:off x="1403615" y="3004251"/>
            <a:ext cx="3441033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138 avenue des Champs Élysées − 75008 Paris</a:t>
            </a:r>
          </a:p>
        </p:txBody>
      </p:sp>
      <p:sp>
        <p:nvSpPr>
          <p:cNvPr id="15" name="TextBox 4 format margin gutterc">
            <a:extLst>
              <a:ext uri="{FF2B5EF4-FFF2-40B4-BE49-F238E27FC236}">
                <a16:creationId xmlns:a16="http://schemas.microsoft.com/office/drawing/2014/main" id="{E026B994-26A3-BE44-AE79-CA8AFE90F997}"/>
              </a:ext>
            </a:extLst>
          </p:cNvPr>
          <p:cNvSpPr txBox="1"/>
          <p:nvPr userDrawn="1"/>
        </p:nvSpPr>
        <p:spPr>
          <a:xfrm>
            <a:off x="1403615" y="3499551"/>
            <a:ext cx="3441033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www.colombus-consulting.com</a:t>
            </a:r>
          </a:p>
        </p:txBody>
      </p:sp>
      <p:sp>
        <p:nvSpPr>
          <p:cNvPr id="20" name="TextBox 4 format margin gutterc">
            <a:extLst>
              <a:ext uri="{FF2B5EF4-FFF2-40B4-BE49-F238E27FC236}">
                <a16:creationId xmlns:a16="http://schemas.microsoft.com/office/drawing/2014/main" id="{39586B2E-BD4F-BE43-816D-C3DC1741DAEE}"/>
              </a:ext>
            </a:extLst>
          </p:cNvPr>
          <p:cNvSpPr txBox="1"/>
          <p:nvPr userDrawn="1"/>
        </p:nvSpPr>
        <p:spPr>
          <a:xfrm>
            <a:off x="1403615" y="3251901"/>
            <a:ext cx="3441033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Téléphone : 01 42 81 81 50</a:t>
            </a:r>
          </a:p>
        </p:txBody>
      </p:sp>
      <p:sp>
        <p:nvSpPr>
          <p:cNvPr id="7" name="Rounded Rectangle 7 format margin gutterc">
            <a:extLst>
              <a:ext uri="{FF2B5EF4-FFF2-40B4-BE49-F238E27FC236}">
                <a16:creationId xmlns:a16="http://schemas.microsoft.com/office/drawing/2014/main" id="{D4C87301-2115-E948-998F-5D0DBE2277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0775" y="3869828"/>
            <a:ext cx="3810000" cy="1191900"/>
          </a:xfrm>
          <a:prstGeom prst="roundRect">
            <a:avLst>
              <a:gd name="adj" fmla="val 862"/>
            </a:avLst>
          </a:prstGeom>
          <a:solidFill>
            <a:schemeClr val="tx1">
              <a:alpha val="1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none" lIns="187569" tIns="187569" rIns="187569" bIns="187569" anchor="ctr">
            <a:noAutofit/>
          </a:bodyPr>
          <a:lstStyle/>
          <a:p>
            <a:pPr eaLnBrk="0" hangingPunct="0">
              <a:lnSpc>
                <a:spcPct val="110000"/>
              </a:lnSpc>
              <a:buClr>
                <a:srgbClr val="6699CC"/>
              </a:buClr>
              <a:buSzPct val="110000"/>
              <a:defRPr/>
            </a:pPr>
            <a:endParaRPr lang="fr-FR" sz="1477">
              <a:solidFill>
                <a:srgbClr val="FFFFFF"/>
              </a:solidFill>
              <a:latin typeface="Arial Nova Condensed" panose="020B0506020202020204" pitchFamily="34" charset="0"/>
              <a:cs typeface="Arial Narrow"/>
            </a:endParaRPr>
          </a:p>
        </p:txBody>
      </p:sp>
      <p:sp>
        <p:nvSpPr>
          <p:cNvPr id="12" name="TextBox 4 format margin gutterc">
            <a:extLst>
              <a:ext uri="{FF2B5EF4-FFF2-40B4-BE49-F238E27FC236}">
                <a16:creationId xmlns:a16="http://schemas.microsoft.com/office/drawing/2014/main" id="{7D04A1CB-0947-8437-9720-6B3C03B16B68}"/>
              </a:ext>
            </a:extLst>
          </p:cNvPr>
          <p:cNvSpPr txBox="1"/>
          <p:nvPr userDrawn="1"/>
        </p:nvSpPr>
        <p:spPr>
          <a:xfrm>
            <a:off x="7355259" y="3004251"/>
            <a:ext cx="3441033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80 rue Montmartre − 75002 Paris</a:t>
            </a:r>
          </a:p>
        </p:txBody>
      </p:sp>
      <p:sp>
        <p:nvSpPr>
          <p:cNvPr id="16" name="TextBox 4 format margin gutterc">
            <a:extLst>
              <a:ext uri="{FF2B5EF4-FFF2-40B4-BE49-F238E27FC236}">
                <a16:creationId xmlns:a16="http://schemas.microsoft.com/office/drawing/2014/main" id="{D15FCC44-80B6-9034-F8AB-EEA652B61BEF}"/>
              </a:ext>
            </a:extLst>
          </p:cNvPr>
          <p:cNvSpPr txBox="1"/>
          <p:nvPr userDrawn="1"/>
        </p:nvSpPr>
        <p:spPr>
          <a:xfrm>
            <a:off x="7355259" y="3499551"/>
            <a:ext cx="3441033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www.axioval.com</a:t>
            </a:r>
          </a:p>
        </p:txBody>
      </p:sp>
      <p:sp>
        <p:nvSpPr>
          <p:cNvPr id="21" name="TextBox 4 format margin gutterc">
            <a:extLst>
              <a:ext uri="{FF2B5EF4-FFF2-40B4-BE49-F238E27FC236}">
                <a16:creationId xmlns:a16="http://schemas.microsoft.com/office/drawing/2014/main" id="{D1C92BAA-D96A-21A8-D102-EBAB750BD8B0}"/>
              </a:ext>
            </a:extLst>
          </p:cNvPr>
          <p:cNvSpPr txBox="1"/>
          <p:nvPr userDrawn="1"/>
        </p:nvSpPr>
        <p:spPr>
          <a:xfrm>
            <a:off x="7355259" y="3251901"/>
            <a:ext cx="3441033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Téléphone : </a:t>
            </a:r>
            <a:r>
              <a:rPr lang="fr-FR" sz="1200"/>
              <a:t>06 03 79 96 56</a:t>
            </a:r>
          </a:p>
        </p:txBody>
      </p:sp>
      <p:pic>
        <p:nvPicPr>
          <p:cNvPr id="23" name="Picture 2" descr="Axioval - Axioval - AppExchange">
            <a:extLst>
              <a:ext uri="{FF2B5EF4-FFF2-40B4-BE49-F238E27FC236}">
                <a16:creationId xmlns:a16="http://schemas.microsoft.com/office/drawing/2014/main" id="{81F07702-1D1D-3392-C671-61B783EAEF6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69" t="-1" r="66557" b="40377"/>
          <a:stretch/>
        </p:blipFill>
        <p:spPr bwMode="auto">
          <a:xfrm>
            <a:off x="8523569" y="1792783"/>
            <a:ext cx="1104412" cy="113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89307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bleu" userDrawn="1">
  <p:cSld name="3_section bleu">
    <p:bg>
      <p:bgPr>
        <a:solidFill>
          <a:schemeClr val="dk2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5"/>
          <p:cNvSpPr txBox="1">
            <a:spLocks noGrp="1"/>
          </p:cNvSpPr>
          <p:nvPr>
            <p:ph type="title"/>
          </p:nvPr>
        </p:nvSpPr>
        <p:spPr>
          <a:xfrm>
            <a:off x="5334004" y="1485900"/>
            <a:ext cx="5638800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08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216" b="1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5"/>
          <p:cNvSpPr txBox="1">
            <a:spLocks noGrp="1"/>
          </p:cNvSpPr>
          <p:nvPr>
            <p:ph type="body" idx="1"/>
          </p:nvPr>
        </p:nvSpPr>
        <p:spPr>
          <a:xfrm>
            <a:off x="5334004" y="2847975"/>
            <a:ext cx="5638800" cy="1300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22033" lvl="0" indent="-211017" algn="l">
              <a:lnSpc>
                <a:spcPct val="150000"/>
              </a:lnSpc>
              <a:spcBef>
                <a:spcPts val="55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/>
            </a:lvl1pPr>
            <a:lvl2pPr marL="844067" lvl="1" indent="-269632" algn="l">
              <a:lnSpc>
                <a:spcPct val="150000"/>
              </a:lnSpc>
              <a:spcBef>
                <a:spcPts val="555"/>
              </a:spcBef>
              <a:spcAft>
                <a:spcPts val="0"/>
              </a:spcAft>
              <a:buSzPts val="1000"/>
              <a:buChar char="▪"/>
              <a:defRPr/>
            </a:lvl2pPr>
            <a:lvl3pPr marL="1266100" lvl="2" indent="-269632" algn="l">
              <a:lnSpc>
                <a:spcPct val="150000"/>
              </a:lnSpc>
              <a:spcBef>
                <a:spcPts val="555"/>
              </a:spcBef>
              <a:spcAft>
                <a:spcPts val="0"/>
              </a:spcAft>
              <a:buSzPts val="1000"/>
              <a:buChar char="▪"/>
              <a:defRPr/>
            </a:lvl3pPr>
            <a:lvl4pPr marL="1688135" lvl="3" indent="-269632" algn="l">
              <a:lnSpc>
                <a:spcPct val="150000"/>
              </a:lnSpc>
              <a:spcBef>
                <a:spcPts val="555"/>
              </a:spcBef>
              <a:spcAft>
                <a:spcPts val="0"/>
              </a:spcAft>
              <a:buSzPts val="1000"/>
              <a:buChar char="▪"/>
              <a:defRPr/>
            </a:lvl4pPr>
            <a:lvl5pPr marL="2110169" lvl="4" indent="-269632" algn="l">
              <a:lnSpc>
                <a:spcPct val="150000"/>
              </a:lnSpc>
              <a:spcBef>
                <a:spcPts val="555"/>
              </a:spcBef>
              <a:spcAft>
                <a:spcPts val="0"/>
              </a:spcAft>
              <a:buSzPts val="1000"/>
              <a:buChar char="▪"/>
              <a:defRPr/>
            </a:lvl5pPr>
            <a:lvl6pPr marL="2532202" lvl="5" indent="-316525" algn="l">
              <a:lnSpc>
                <a:spcPct val="100000"/>
              </a:lnSpc>
              <a:spcBef>
                <a:spcPts val="332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2954235" lvl="6" indent="-316525" algn="l">
              <a:lnSpc>
                <a:spcPct val="100000"/>
              </a:lnSpc>
              <a:spcBef>
                <a:spcPts val="332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376269" lvl="7" indent="-316525" algn="l">
              <a:lnSpc>
                <a:spcPct val="100000"/>
              </a:lnSpc>
              <a:spcBef>
                <a:spcPts val="332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3798302" lvl="8" indent="-316525" algn="l">
              <a:lnSpc>
                <a:spcPct val="100000"/>
              </a:lnSpc>
              <a:spcBef>
                <a:spcPts val="332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85"/>
          <p:cNvSpPr txBox="1">
            <a:spLocks noGrp="1"/>
          </p:cNvSpPr>
          <p:nvPr>
            <p:ph type="body" idx="3"/>
          </p:nvPr>
        </p:nvSpPr>
        <p:spPr>
          <a:xfrm>
            <a:off x="4575908" y="1485900"/>
            <a:ext cx="609600" cy="1162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400" rIns="0" bIns="0" anchor="t" anchorCtr="0">
            <a:normAutofit/>
          </a:bodyPr>
          <a:lstStyle>
            <a:lvl1pPr marL="422033" lvl="0" indent="-21101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6647" b="1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44067" lvl="1" indent="-269632" algn="r">
              <a:lnSpc>
                <a:spcPct val="150000"/>
              </a:lnSpc>
              <a:spcBef>
                <a:spcPts val="555"/>
              </a:spcBef>
              <a:spcAft>
                <a:spcPts val="0"/>
              </a:spcAft>
              <a:buSzPts val="1000"/>
              <a:buChar char="▪"/>
              <a:defRPr/>
            </a:lvl2pPr>
            <a:lvl3pPr marL="1266100" lvl="2" indent="-269632" algn="r">
              <a:lnSpc>
                <a:spcPct val="150000"/>
              </a:lnSpc>
              <a:spcBef>
                <a:spcPts val="555"/>
              </a:spcBef>
              <a:spcAft>
                <a:spcPts val="0"/>
              </a:spcAft>
              <a:buSzPts val="1000"/>
              <a:buChar char="▪"/>
              <a:defRPr/>
            </a:lvl3pPr>
            <a:lvl4pPr marL="1688135" lvl="3" indent="-269632" algn="r">
              <a:lnSpc>
                <a:spcPct val="150000"/>
              </a:lnSpc>
              <a:spcBef>
                <a:spcPts val="555"/>
              </a:spcBef>
              <a:spcAft>
                <a:spcPts val="0"/>
              </a:spcAft>
              <a:buSzPts val="1000"/>
              <a:buChar char="▪"/>
              <a:defRPr/>
            </a:lvl4pPr>
            <a:lvl5pPr marL="2110169" lvl="4" indent="-269632" algn="r">
              <a:lnSpc>
                <a:spcPct val="150000"/>
              </a:lnSpc>
              <a:spcBef>
                <a:spcPts val="555"/>
              </a:spcBef>
              <a:spcAft>
                <a:spcPts val="0"/>
              </a:spcAft>
              <a:buSzPts val="1000"/>
              <a:buChar char="▪"/>
              <a:defRPr/>
            </a:lvl5pPr>
            <a:lvl6pPr marL="2532202" lvl="5" indent="-316525" algn="l">
              <a:lnSpc>
                <a:spcPct val="100000"/>
              </a:lnSpc>
              <a:spcBef>
                <a:spcPts val="332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2954235" lvl="6" indent="-316525" algn="l">
              <a:lnSpc>
                <a:spcPct val="100000"/>
              </a:lnSpc>
              <a:spcBef>
                <a:spcPts val="332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376269" lvl="7" indent="-316525" algn="l">
              <a:lnSpc>
                <a:spcPct val="100000"/>
              </a:lnSpc>
              <a:spcBef>
                <a:spcPts val="332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3798302" lvl="8" indent="-316525" algn="l">
              <a:lnSpc>
                <a:spcPct val="100000"/>
              </a:lnSpc>
              <a:spcBef>
                <a:spcPts val="332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2897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120"/>
          <p:cNvSpPr txBox="1">
            <a:spLocks noGrp="1"/>
          </p:cNvSpPr>
          <p:nvPr>
            <p:ph type="title"/>
          </p:nvPr>
        </p:nvSpPr>
        <p:spPr>
          <a:xfrm>
            <a:off x="762000" y="185741"/>
            <a:ext cx="10668000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1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7" name="Google Shape;737;p120"/>
          <p:cNvSpPr txBox="1">
            <a:spLocks noGrp="1"/>
          </p:cNvSpPr>
          <p:nvPr>
            <p:ph type="sldNum" idx="12"/>
          </p:nvPr>
        </p:nvSpPr>
        <p:spPr>
          <a:xfrm>
            <a:off x="11277599" y="6477000"/>
            <a:ext cx="609600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3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3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3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3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3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3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3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3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3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fld id="{00000000-1234-1234-1234-123412341234}" type="slidenum">
              <a:rPr lang="fr-FR" smtClean="0">
                <a:solidFill>
                  <a:srgbClr val="00313F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738" name="Google Shape;738;p120"/>
          <p:cNvSpPr txBox="1">
            <a:spLocks noGrp="1"/>
          </p:cNvSpPr>
          <p:nvPr>
            <p:ph type="body" idx="1" hasCustomPrompt="1"/>
          </p:nvPr>
        </p:nvSpPr>
        <p:spPr>
          <a:xfrm>
            <a:off x="762001" y="1108364"/>
            <a:ext cx="10668000" cy="512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22041" lvl="0" indent="-211021" algn="l">
              <a:lnSpc>
                <a:spcPct val="150000"/>
              </a:lnSpc>
              <a:spcBef>
                <a:spcPts val="1108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844083" lvl="1" indent="-316531" algn="l">
              <a:lnSpc>
                <a:spcPct val="150000"/>
              </a:lnSpc>
              <a:spcBef>
                <a:spcPts val="277"/>
              </a:spcBef>
              <a:spcAft>
                <a:spcPts val="0"/>
              </a:spcAft>
              <a:buSzPts val="1800"/>
              <a:buChar char="▪"/>
              <a:defRPr/>
            </a:lvl2pPr>
            <a:lvl3pPr marL="1266124" lvl="2" indent="-31653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3pPr>
            <a:lvl4pPr marL="1688165" lvl="3" indent="-31653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4pPr>
            <a:lvl5pPr marL="2110207" lvl="4" indent="-31653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5pPr>
            <a:lvl6pPr marL="2532248" lvl="5" indent="-316531" algn="l">
              <a:lnSpc>
                <a:spcPct val="100000"/>
              </a:lnSpc>
              <a:spcBef>
                <a:spcPts val="3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954289" lvl="6" indent="-316531" algn="l">
              <a:lnSpc>
                <a:spcPct val="100000"/>
              </a:lnSpc>
              <a:spcBef>
                <a:spcPts val="3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376331" lvl="7" indent="-316531" algn="l">
              <a:lnSpc>
                <a:spcPct val="100000"/>
              </a:lnSpc>
              <a:spcBef>
                <a:spcPts val="3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798372" lvl="8" indent="-316531" algn="l">
              <a:lnSpc>
                <a:spcPct val="100000"/>
              </a:lnSpc>
              <a:spcBef>
                <a:spcPts val="3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marL="0" marR="0" lvl="0" indent="0" algn="l" defTabSz="962828" rtl="0" eaLnBrk="1" fontAlgn="base" latinLnBrk="0" hangingPunct="1">
              <a:lnSpc>
                <a:spcPct val="150000"/>
              </a:lnSpc>
              <a:spcBef>
                <a:spcPts val="1108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Modifier les styles du texte du masque</a:t>
            </a:r>
          </a:p>
          <a:p>
            <a:pPr marL="168521" marR="0" lvl="1" indent="-164125" algn="l" defTabSz="962828" rtl="0" eaLnBrk="1" fontAlgn="base" latinLnBrk="0" hangingPunct="1">
              <a:lnSpc>
                <a:spcPct val="150000"/>
              </a:lnSpc>
              <a:spcBef>
                <a:spcPts val="279"/>
              </a:spcBef>
              <a:spcAft>
                <a:spcPct val="0"/>
              </a:spcAft>
              <a:buClr>
                <a:srgbClr val="FF8200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Deuxième niveau</a:t>
            </a:r>
          </a:p>
          <a:p>
            <a:pPr marL="495304" marR="0" lvl="2" indent="-164125" algn="l" defTabSz="962828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8200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Troisième niveau</a:t>
            </a:r>
          </a:p>
          <a:p>
            <a:pPr marL="822086" marR="0" lvl="3" indent="-162659" algn="l" defTabSz="962828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8200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Quatrième niveau</a:t>
            </a:r>
          </a:p>
          <a:p>
            <a:pPr marL="1148870" marR="0" lvl="4" indent="-164125" algn="l" defTabSz="96282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820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Cinquième niveau</a:t>
            </a:r>
          </a:p>
          <a:p>
            <a:endParaRPr lang="fr-FR"/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077BDACE-E6F9-FA29-5B40-450E75016CF4}"/>
              </a:ext>
            </a:extLst>
          </p:cNvPr>
          <p:cNvSpPr/>
          <p:nvPr userDrawn="1"/>
        </p:nvSpPr>
        <p:spPr>
          <a:xfrm>
            <a:off x="5" y="5"/>
            <a:ext cx="367836" cy="981075"/>
          </a:xfrm>
          <a:custGeom>
            <a:avLst/>
            <a:gdLst>
              <a:gd name="connsiteX0" fmla="*/ 0 w 298867"/>
              <a:gd name="connsiteY0" fmla="*/ 0 h 981075"/>
              <a:gd name="connsiteX1" fmla="*/ 298867 w 298867"/>
              <a:gd name="connsiteY1" fmla="*/ 0 h 981075"/>
              <a:gd name="connsiteX2" fmla="*/ 147373 w 298867"/>
              <a:gd name="connsiteY2" fmla="*/ 981075 h 981075"/>
              <a:gd name="connsiteX3" fmla="*/ 0 w 298867"/>
              <a:gd name="connsiteY3" fmla="*/ 981075 h 98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867" h="981075">
                <a:moveTo>
                  <a:pt x="0" y="0"/>
                </a:moveTo>
                <a:lnTo>
                  <a:pt x="298867" y="0"/>
                </a:lnTo>
                <a:lnTo>
                  <a:pt x="147373" y="981075"/>
                </a:lnTo>
                <a:lnTo>
                  <a:pt x="0" y="98107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61"/>
          </a:p>
        </p:txBody>
      </p:sp>
    </p:spTree>
    <p:extLst>
      <p:ext uri="{BB962C8B-B14F-4D97-AF65-F5344CB8AC3E}">
        <p14:creationId xmlns:p14="http://schemas.microsoft.com/office/powerpoint/2010/main" val="237191739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re et contenu">
  <p:cSld name="3_titre et contenu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09"/>
          <p:cNvSpPr txBox="1">
            <a:spLocks noGrp="1"/>
          </p:cNvSpPr>
          <p:nvPr>
            <p:ph type="title"/>
          </p:nvPr>
        </p:nvSpPr>
        <p:spPr>
          <a:xfrm>
            <a:off x="762000" y="185743"/>
            <a:ext cx="10668000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1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109"/>
          <p:cNvSpPr txBox="1">
            <a:spLocks noGrp="1"/>
          </p:cNvSpPr>
          <p:nvPr>
            <p:ph type="sldNum" idx="12"/>
          </p:nvPr>
        </p:nvSpPr>
        <p:spPr>
          <a:xfrm>
            <a:off x="11277599" y="6477000"/>
            <a:ext cx="609600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594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594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594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594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594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594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594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594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594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15" name="Google Shape;415;p109"/>
          <p:cNvSpPr txBox="1">
            <a:spLocks noGrp="1"/>
          </p:cNvSpPr>
          <p:nvPr>
            <p:ph type="body" idx="1"/>
          </p:nvPr>
        </p:nvSpPr>
        <p:spPr>
          <a:xfrm>
            <a:off x="762001" y="1557338"/>
            <a:ext cx="10668000" cy="467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301823" lvl="0" indent="-150912" algn="l">
              <a:lnSpc>
                <a:spcPct val="150000"/>
              </a:lnSpc>
              <a:spcBef>
                <a:spcPts val="792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603647" lvl="1" indent="-226367" algn="l">
              <a:lnSpc>
                <a:spcPct val="150000"/>
              </a:lnSpc>
              <a:spcBef>
                <a:spcPts val="198"/>
              </a:spcBef>
              <a:spcAft>
                <a:spcPts val="0"/>
              </a:spcAft>
              <a:buSzPts val="1800"/>
              <a:buChar char="▪"/>
              <a:defRPr/>
            </a:lvl2pPr>
            <a:lvl3pPr marL="905470" lvl="2" indent="-22636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3pPr>
            <a:lvl4pPr marL="1207294" lvl="3" indent="-22636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4pPr>
            <a:lvl5pPr marL="1509117" lvl="4" indent="-22636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5pPr>
            <a:lvl6pPr marL="1810941" lvl="5" indent="-226367" algn="l">
              <a:lnSpc>
                <a:spcPct val="100000"/>
              </a:lnSpc>
              <a:spcBef>
                <a:spcPts val="2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12764" lvl="6" indent="-226367" algn="l">
              <a:lnSpc>
                <a:spcPct val="100000"/>
              </a:lnSpc>
              <a:spcBef>
                <a:spcPts val="2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14588" lvl="7" indent="-226367" algn="l">
              <a:lnSpc>
                <a:spcPct val="100000"/>
              </a:lnSpc>
              <a:spcBef>
                <a:spcPts val="2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16411" lvl="8" indent="-226367" algn="l">
              <a:lnSpc>
                <a:spcPct val="100000"/>
              </a:lnSpc>
              <a:spcBef>
                <a:spcPts val="2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6" name="Google Shape;416;p109"/>
          <p:cNvSpPr/>
          <p:nvPr/>
        </p:nvSpPr>
        <p:spPr>
          <a:xfrm>
            <a:off x="3" y="2"/>
            <a:ext cx="367836" cy="981075"/>
          </a:xfrm>
          <a:custGeom>
            <a:avLst/>
            <a:gdLst/>
            <a:ahLst/>
            <a:cxnLst/>
            <a:rect l="l" t="t" r="r" b="b"/>
            <a:pathLst>
              <a:path w="298867" h="981075" extrusionOk="0">
                <a:moveTo>
                  <a:pt x="0" y="0"/>
                </a:moveTo>
                <a:lnTo>
                  <a:pt x="298867" y="0"/>
                </a:lnTo>
                <a:lnTo>
                  <a:pt x="147373" y="981075"/>
                </a:lnTo>
                <a:lnTo>
                  <a:pt x="0" y="98107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0355" tIns="30169" rIns="60355" bIns="30169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25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40938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uverture ble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671639"/>
            <a:ext cx="5638800" cy="1547813"/>
          </a:xfrm>
          <a:prstGeom prst="rect">
            <a:avLst/>
          </a:prstGeom>
        </p:spPr>
        <p:txBody>
          <a:bodyPr lIns="0" tIns="0" rIns="0" bIns="50800" anchor="ctr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cxnSp>
        <p:nvCxnSpPr>
          <p:cNvPr id="5" name="Straight Connector 3 format margin gutterc">
            <a:extLst>
              <a:ext uri="{FF2B5EF4-FFF2-40B4-BE49-F238E27FC236}">
                <a16:creationId xmlns:a16="http://schemas.microsoft.com/office/drawing/2014/main" id="{186E63E4-DEA7-0148-A4AE-FBA12CB0D623}"/>
              </a:ext>
            </a:extLst>
          </p:cNvPr>
          <p:cNvCxnSpPr/>
          <p:nvPr userDrawn="1"/>
        </p:nvCxnSpPr>
        <p:spPr>
          <a:xfrm>
            <a:off x="5334001" y="4333875"/>
            <a:ext cx="5638800" cy="0"/>
          </a:xfrm>
          <a:prstGeom prst="line">
            <a:avLst/>
          </a:prstGeom>
          <a:ln w="127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28 format margin gutterc">
            <a:extLst>
              <a:ext uri="{FF2B5EF4-FFF2-40B4-BE49-F238E27FC236}">
                <a16:creationId xmlns:a16="http://schemas.microsoft.com/office/drawing/2014/main" id="{4ADA52EE-E510-E34F-AE4E-CA4ED0FA0C2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7" name="Text Placeholder 3 format margin gutterc">
            <a:extLst>
              <a:ext uri="{FF2B5EF4-FFF2-40B4-BE49-F238E27FC236}">
                <a16:creationId xmlns:a16="http://schemas.microsoft.com/office/drawing/2014/main" id="{DF4092AF-D06C-9A4B-9EE3-8D6767FD42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9" y="4457701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/>
            </a:lvl1pPr>
            <a:lvl2pPr>
              <a:spcBef>
                <a:spcPts val="738"/>
              </a:spcBef>
              <a:defRPr/>
            </a:lvl2pPr>
            <a:lvl3pPr>
              <a:spcBef>
                <a:spcPts val="738"/>
              </a:spcBef>
              <a:defRPr/>
            </a:lvl3pPr>
            <a:lvl4pPr>
              <a:spcBef>
                <a:spcPts val="738"/>
              </a:spcBef>
              <a:defRPr/>
            </a:lvl4pPr>
            <a:lvl5pPr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90A165-9E8D-4348-B754-E21D8DEFC9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9202" y="928690"/>
            <a:ext cx="3335140" cy="303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6403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uvertur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93B4FE-0D36-1C4F-A456-ACBB52739C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671639"/>
            <a:ext cx="5638800" cy="1547813"/>
          </a:xfrm>
          <a:prstGeom prst="rect">
            <a:avLst/>
          </a:prstGeom>
        </p:spPr>
        <p:txBody>
          <a:bodyPr lIns="0" tIns="0" rIns="0" bIns="50800" anchor="ctr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9" name="cover-ornament format margin gutterc">
            <a:extLst>
              <a:ext uri="{FF2B5EF4-FFF2-40B4-BE49-F238E27FC236}">
                <a16:creationId xmlns:a16="http://schemas.microsoft.com/office/drawing/2014/main" id="{81AE62B9-4DD7-D743-AD59-0C43090E897B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200" y="928689"/>
            <a:ext cx="3335529" cy="3033713"/>
          </a:xfrm>
          <a:prstGeom prst="rect">
            <a:avLst/>
          </a:prstGeom>
        </p:spPr>
      </p:pic>
      <p:cxnSp>
        <p:nvCxnSpPr>
          <p:cNvPr id="10" name="Straight Connector 3 format margin gutterc">
            <a:extLst>
              <a:ext uri="{FF2B5EF4-FFF2-40B4-BE49-F238E27FC236}">
                <a16:creationId xmlns:a16="http://schemas.microsoft.com/office/drawing/2014/main" id="{E4B4149A-23A2-FB46-82A1-C4483BEA50C5}"/>
              </a:ext>
            </a:extLst>
          </p:cNvPr>
          <p:cNvCxnSpPr/>
          <p:nvPr userDrawn="1"/>
        </p:nvCxnSpPr>
        <p:spPr>
          <a:xfrm>
            <a:off x="5334001" y="4333875"/>
            <a:ext cx="5638800" cy="0"/>
          </a:xfrm>
          <a:prstGeom prst="line">
            <a:avLst/>
          </a:prstGeom>
          <a:ln w="127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28 format margin gutterc">
            <a:extLst>
              <a:ext uri="{FF2B5EF4-FFF2-40B4-BE49-F238E27FC236}">
                <a16:creationId xmlns:a16="http://schemas.microsoft.com/office/drawing/2014/main" id="{A1E62A9A-ADD1-E84B-92B9-2450EFA8140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4" name="Text Placeholder 3 format margin gutterc">
            <a:extLst>
              <a:ext uri="{FF2B5EF4-FFF2-40B4-BE49-F238E27FC236}">
                <a16:creationId xmlns:a16="http://schemas.microsoft.com/office/drawing/2014/main" id="{224D1236-3475-8643-ADF6-BE227CE4C7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9" y="4457701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/>
            </a:lvl1pPr>
            <a:lvl2pPr>
              <a:spcBef>
                <a:spcPts val="738"/>
              </a:spcBef>
              <a:defRPr/>
            </a:lvl2pPr>
            <a:lvl3pPr>
              <a:spcBef>
                <a:spcPts val="738"/>
              </a:spcBef>
              <a:defRPr/>
            </a:lvl3pPr>
            <a:lvl4pPr>
              <a:spcBef>
                <a:spcPts val="738"/>
              </a:spcBef>
              <a:defRPr/>
            </a:lvl4pPr>
            <a:lvl5pPr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582670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ble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ED733986-7B1D-EF47-8386-49C08D62F4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323862" cy="6858000"/>
          </a:xfrm>
          <a:custGeom>
            <a:avLst/>
            <a:gdLst>
              <a:gd name="connsiteX0" fmla="*/ 0 w 3513138"/>
              <a:gd name="connsiteY0" fmla="*/ 0 h 6858000"/>
              <a:gd name="connsiteX1" fmla="*/ 3513138 w 3513138"/>
              <a:gd name="connsiteY1" fmla="*/ 0 h 6858000"/>
              <a:gd name="connsiteX2" fmla="*/ 2573338 w 3513138"/>
              <a:gd name="connsiteY2" fmla="*/ 6858000 h 6858000"/>
              <a:gd name="connsiteX3" fmla="*/ 0 w 35131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8" h="6858000">
                <a:moveTo>
                  <a:pt x="0" y="0"/>
                </a:moveTo>
                <a:lnTo>
                  <a:pt x="3513138" y="0"/>
                </a:lnTo>
                <a:lnTo>
                  <a:pt x="2573338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vert="horz" wrap="square" lIns="0" tIns="0" rIns="0" bIns="0" rtlCol="0" anchor="ctr">
            <a:noAutofit/>
          </a:bodyPr>
          <a:lstStyle>
            <a:lvl1pPr>
              <a:defRPr lang="fr-FR"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 algn="ctr"/>
            <a:r>
              <a:rPr lang="fr-FR"/>
              <a:t>Cliquez sur l'icône pour ajouter une image</a:t>
            </a: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FDB77C8-973F-8543-A407-EF0C77E5D51E}"/>
              </a:ext>
            </a:extLst>
          </p:cNvPr>
          <p:cNvSpPr>
            <a:spLocks/>
          </p:cNvSpPr>
          <p:nvPr userDrawn="1"/>
        </p:nvSpPr>
        <p:spPr>
          <a:xfrm>
            <a:off x="3120293" y="-1"/>
            <a:ext cx="1281723" cy="6857999"/>
          </a:xfrm>
          <a:custGeom>
            <a:avLst/>
            <a:gdLst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0 w 1219200"/>
              <a:gd name="connsiteY6" fmla="*/ 6857999 h 6858000"/>
              <a:gd name="connsiteX7" fmla="*/ 114300 w 1219200"/>
              <a:gd name="connsiteY7" fmla="*/ 6857999 h 6858000"/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114300 w 1219200"/>
              <a:gd name="connsiteY6" fmla="*/ 6857999 h 6858000"/>
              <a:gd name="connsiteX7" fmla="*/ 1054100 w 1219200"/>
              <a:gd name="connsiteY7" fmla="*/ 0 h 6858000"/>
              <a:gd name="connsiteX0" fmla="*/ 939800 w 1104900"/>
              <a:gd name="connsiteY0" fmla="*/ 0 h 6858000"/>
              <a:gd name="connsiteX1" fmla="*/ 1041400 w 1104900"/>
              <a:gd name="connsiteY1" fmla="*/ 0 h 6858000"/>
              <a:gd name="connsiteX2" fmla="*/ 101600 w 1104900"/>
              <a:gd name="connsiteY2" fmla="*/ 6857999 h 6858000"/>
              <a:gd name="connsiteX3" fmla="*/ 1104900 w 1104900"/>
              <a:gd name="connsiteY3" fmla="*/ 6857999 h 6858000"/>
              <a:gd name="connsiteX4" fmla="*/ 1104900 w 1104900"/>
              <a:gd name="connsiteY4" fmla="*/ 6858000 h 6858000"/>
              <a:gd name="connsiteX5" fmla="*/ 0 w 1104900"/>
              <a:gd name="connsiteY5" fmla="*/ 6857999 h 6858000"/>
              <a:gd name="connsiteX6" fmla="*/ 939800 w 1104900"/>
              <a:gd name="connsiteY6" fmla="*/ 0 h 6858000"/>
              <a:gd name="connsiteX0" fmla="*/ 939800 w 1104900"/>
              <a:gd name="connsiteY0" fmla="*/ 0 h 6857999"/>
              <a:gd name="connsiteX1" fmla="*/ 1041400 w 1104900"/>
              <a:gd name="connsiteY1" fmla="*/ 0 h 6857999"/>
              <a:gd name="connsiteX2" fmla="*/ 101600 w 1104900"/>
              <a:gd name="connsiteY2" fmla="*/ 6857999 h 6857999"/>
              <a:gd name="connsiteX3" fmla="*/ 1104900 w 1104900"/>
              <a:gd name="connsiteY3" fmla="*/ 6857999 h 6857999"/>
              <a:gd name="connsiteX4" fmla="*/ 0 w 1104900"/>
              <a:gd name="connsiteY4" fmla="*/ 6857999 h 6857999"/>
              <a:gd name="connsiteX5" fmla="*/ 939800 w 1104900"/>
              <a:gd name="connsiteY5" fmla="*/ 0 h 6857999"/>
              <a:gd name="connsiteX0" fmla="*/ 939800 w 1041400"/>
              <a:gd name="connsiteY0" fmla="*/ 0 h 6857999"/>
              <a:gd name="connsiteX1" fmla="*/ 1041400 w 1041400"/>
              <a:gd name="connsiteY1" fmla="*/ 0 h 6857999"/>
              <a:gd name="connsiteX2" fmla="*/ 101600 w 1041400"/>
              <a:gd name="connsiteY2" fmla="*/ 6857999 h 6857999"/>
              <a:gd name="connsiteX3" fmla="*/ 0 w 1041400"/>
              <a:gd name="connsiteY3" fmla="*/ 6857999 h 6857999"/>
              <a:gd name="connsiteX4" fmla="*/ 939800 w 1041400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1400" h="6857999">
                <a:moveTo>
                  <a:pt x="939800" y="0"/>
                </a:moveTo>
                <a:lnTo>
                  <a:pt x="1041400" y="0"/>
                </a:lnTo>
                <a:lnTo>
                  <a:pt x="101600" y="6857999"/>
                </a:lnTo>
                <a:lnTo>
                  <a:pt x="0" y="6857999"/>
                </a:lnTo>
                <a:lnTo>
                  <a:pt x="939800" y="0"/>
                </a:lnTo>
                <a:close/>
              </a:path>
            </a:pathLst>
          </a:cu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E1228D-12B2-B341-BFC5-689CB7D298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0"/>
            <a:ext cx="4323860" cy="6858000"/>
          </a:xfrm>
          <a:custGeom>
            <a:avLst/>
            <a:gdLst>
              <a:gd name="connsiteX0" fmla="*/ 0 w 3513136"/>
              <a:gd name="connsiteY0" fmla="*/ 0 h 6858000"/>
              <a:gd name="connsiteX1" fmla="*/ 3513136 w 3513136"/>
              <a:gd name="connsiteY1" fmla="*/ 0 h 6858000"/>
              <a:gd name="connsiteX2" fmla="*/ 2573336 w 3513136"/>
              <a:gd name="connsiteY2" fmla="*/ 6858000 h 6858000"/>
              <a:gd name="connsiteX3" fmla="*/ 0 w 351313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6" h="6858000">
                <a:moveTo>
                  <a:pt x="0" y="0"/>
                </a:moveTo>
                <a:lnTo>
                  <a:pt x="3513136" y="0"/>
                </a:lnTo>
                <a:lnTo>
                  <a:pt x="257333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485900"/>
            <a:ext cx="5638800" cy="1162051"/>
          </a:xfrm>
          <a:prstGeom prst="rect">
            <a:avLst/>
          </a:prstGeom>
        </p:spPr>
        <p:txBody>
          <a:bodyPr lIns="0" tIns="0" rIns="0" bIns="50800" anchor="b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11" name="Graphic 28 format margin gutterc">
            <a:extLst>
              <a:ext uri="{FF2B5EF4-FFF2-40B4-BE49-F238E27FC236}">
                <a16:creationId xmlns:a16="http://schemas.microsoft.com/office/drawing/2014/main" id="{0C79A15A-0F45-A847-A578-3BA4270A7EE4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9" name="Text Placeholder 3 format margin gutterc">
            <a:extLst>
              <a:ext uri="{FF2B5EF4-FFF2-40B4-BE49-F238E27FC236}">
                <a16:creationId xmlns:a16="http://schemas.microsoft.com/office/drawing/2014/main" id="{0F04FDFA-41FD-124E-994E-9DAC3D60E1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99" y="2847975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/>
            </a:lvl1pPr>
            <a:lvl2pPr>
              <a:spcBef>
                <a:spcPts val="738"/>
              </a:spcBef>
              <a:defRPr/>
            </a:lvl2pPr>
            <a:lvl3pPr>
              <a:spcBef>
                <a:spcPts val="738"/>
              </a:spcBef>
              <a:defRPr/>
            </a:lvl3pPr>
            <a:lvl4pPr>
              <a:spcBef>
                <a:spcPts val="738"/>
              </a:spcBef>
              <a:defRPr/>
            </a:lvl4pPr>
            <a:lvl5pPr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Text Placeholder 3 format margin gutterc">
            <a:extLst>
              <a:ext uri="{FF2B5EF4-FFF2-40B4-BE49-F238E27FC236}">
                <a16:creationId xmlns:a16="http://schemas.microsoft.com/office/drawing/2014/main" id="{FE5A3661-2706-3248-9BDA-843C7DA8FE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5908" y="1485900"/>
            <a:ext cx="609600" cy="1162052"/>
          </a:xfrm>
        </p:spPr>
        <p:txBody>
          <a:bodyPr lIns="0" tIns="152400" rIns="0" bIns="0"/>
          <a:lstStyle>
            <a:lvl1pPr algn="r">
              <a:lnSpc>
                <a:spcPct val="100000"/>
              </a:lnSpc>
              <a:spcBef>
                <a:spcPts val="0"/>
              </a:spcBef>
              <a:defRPr sz="8862" b="1" i="0">
                <a:solidFill>
                  <a:schemeClr val="accent1"/>
                </a:solidFill>
                <a:latin typeface="Arial Nova Condensed" panose="020B0506020202020204" pitchFamily="34" charset="0"/>
              </a:defRPr>
            </a:lvl1pPr>
            <a:lvl2pPr algn="r">
              <a:spcBef>
                <a:spcPts val="738"/>
              </a:spcBef>
              <a:defRPr/>
            </a:lvl2pPr>
            <a:lvl3pPr algn="r">
              <a:spcBef>
                <a:spcPts val="738"/>
              </a:spcBef>
              <a:defRPr/>
            </a:lvl3pPr>
            <a:lvl4pPr algn="r">
              <a:spcBef>
                <a:spcPts val="738"/>
              </a:spcBef>
              <a:defRPr/>
            </a:lvl4pPr>
            <a:lvl5pPr algn="r"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6051715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ble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65A0406-F46F-9A41-B773-EBB43C4022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68138" y="-2"/>
            <a:ext cx="4323862" cy="6858000"/>
          </a:xfrm>
          <a:custGeom>
            <a:avLst/>
            <a:gdLst>
              <a:gd name="connsiteX0" fmla="*/ 939800 w 3513138"/>
              <a:gd name="connsiteY0" fmla="*/ 0 h 6858000"/>
              <a:gd name="connsiteX1" fmla="*/ 3513138 w 3513138"/>
              <a:gd name="connsiteY1" fmla="*/ 0 h 6858000"/>
              <a:gd name="connsiteX2" fmla="*/ 3513138 w 3513138"/>
              <a:gd name="connsiteY2" fmla="*/ 6858000 h 6858000"/>
              <a:gd name="connsiteX3" fmla="*/ 0 w 35131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8" h="6858000">
                <a:moveTo>
                  <a:pt x="939800" y="0"/>
                </a:moveTo>
                <a:lnTo>
                  <a:pt x="3513138" y="0"/>
                </a:lnTo>
                <a:lnTo>
                  <a:pt x="3513138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vert="horz" wrap="square" lIns="0" tIns="0" rIns="0" bIns="0" rtlCol="0" anchor="ctr">
            <a:noAutofit/>
          </a:bodyPr>
          <a:lstStyle>
            <a:lvl1pPr>
              <a:defRPr lang="fr-FR"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 algn="ctr"/>
            <a:r>
              <a:rPr lang="fr-FR"/>
              <a:t>Cliquez sur l'icône pour ajouter une image</a:t>
            </a: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FDB77C8-973F-8543-A407-EF0C77E5D51E}"/>
              </a:ext>
            </a:extLst>
          </p:cNvPr>
          <p:cNvSpPr>
            <a:spLocks/>
          </p:cNvSpPr>
          <p:nvPr userDrawn="1"/>
        </p:nvSpPr>
        <p:spPr>
          <a:xfrm>
            <a:off x="7750907" y="-1"/>
            <a:ext cx="1281723" cy="6857999"/>
          </a:xfrm>
          <a:custGeom>
            <a:avLst/>
            <a:gdLst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0 w 1219200"/>
              <a:gd name="connsiteY6" fmla="*/ 6857999 h 6858000"/>
              <a:gd name="connsiteX7" fmla="*/ 114300 w 1219200"/>
              <a:gd name="connsiteY7" fmla="*/ 6857999 h 6858000"/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114300 w 1219200"/>
              <a:gd name="connsiteY6" fmla="*/ 6857999 h 6858000"/>
              <a:gd name="connsiteX7" fmla="*/ 1054100 w 1219200"/>
              <a:gd name="connsiteY7" fmla="*/ 0 h 6858000"/>
              <a:gd name="connsiteX0" fmla="*/ 939800 w 1104900"/>
              <a:gd name="connsiteY0" fmla="*/ 0 h 6858000"/>
              <a:gd name="connsiteX1" fmla="*/ 1041400 w 1104900"/>
              <a:gd name="connsiteY1" fmla="*/ 0 h 6858000"/>
              <a:gd name="connsiteX2" fmla="*/ 101600 w 1104900"/>
              <a:gd name="connsiteY2" fmla="*/ 6857999 h 6858000"/>
              <a:gd name="connsiteX3" fmla="*/ 1104900 w 1104900"/>
              <a:gd name="connsiteY3" fmla="*/ 6857999 h 6858000"/>
              <a:gd name="connsiteX4" fmla="*/ 1104900 w 1104900"/>
              <a:gd name="connsiteY4" fmla="*/ 6858000 h 6858000"/>
              <a:gd name="connsiteX5" fmla="*/ 0 w 1104900"/>
              <a:gd name="connsiteY5" fmla="*/ 6857999 h 6858000"/>
              <a:gd name="connsiteX6" fmla="*/ 939800 w 1104900"/>
              <a:gd name="connsiteY6" fmla="*/ 0 h 6858000"/>
              <a:gd name="connsiteX0" fmla="*/ 939800 w 1104900"/>
              <a:gd name="connsiteY0" fmla="*/ 0 h 6857999"/>
              <a:gd name="connsiteX1" fmla="*/ 1041400 w 1104900"/>
              <a:gd name="connsiteY1" fmla="*/ 0 h 6857999"/>
              <a:gd name="connsiteX2" fmla="*/ 101600 w 1104900"/>
              <a:gd name="connsiteY2" fmla="*/ 6857999 h 6857999"/>
              <a:gd name="connsiteX3" fmla="*/ 1104900 w 1104900"/>
              <a:gd name="connsiteY3" fmla="*/ 6857999 h 6857999"/>
              <a:gd name="connsiteX4" fmla="*/ 0 w 1104900"/>
              <a:gd name="connsiteY4" fmla="*/ 6857999 h 6857999"/>
              <a:gd name="connsiteX5" fmla="*/ 939800 w 1104900"/>
              <a:gd name="connsiteY5" fmla="*/ 0 h 6857999"/>
              <a:gd name="connsiteX0" fmla="*/ 939800 w 1041400"/>
              <a:gd name="connsiteY0" fmla="*/ 0 h 6857999"/>
              <a:gd name="connsiteX1" fmla="*/ 1041400 w 1041400"/>
              <a:gd name="connsiteY1" fmla="*/ 0 h 6857999"/>
              <a:gd name="connsiteX2" fmla="*/ 101600 w 1041400"/>
              <a:gd name="connsiteY2" fmla="*/ 6857999 h 6857999"/>
              <a:gd name="connsiteX3" fmla="*/ 0 w 1041400"/>
              <a:gd name="connsiteY3" fmla="*/ 6857999 h 6857999"/>
              <a:gd name="connsiteX4" fmla="*/ 939800 w 1041400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1400" h="6857999">
                <a:moveTo>
                  <a:pt x="939800" y="0"/>
                </a:moveTo>
                <a:lnTo>
                  <a:pt x="1041400" y="0"/>
                </a:lnTo>
                <a:lnTo>
                  <a:pt x="101600" y="6857999"/>
                </a:lnTo>
                <a:lnTo>
                  <a:pt x="0" y="6857999"/>
                </a:lnTo>
                <a:lnTo>
                  <a:pt x="939800" y="0"/>
                </a:lnTo>
                <a:close/>
              </a:path>
            </a:pathLst>
          </a:cu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2133601" y="1485900"/>
            <a:ext cx="5638800" cy="1162051"/>
          </a:xfrm>
          <a:prstGeom prst="rect">
            <a:avLst/>
          </a:prstGeom>
        </p:spPr>
        <p:txBody>
          <a:bodyPr lIns="0" tIns="0" rIns="0" bIns="50800" anchor="b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11" name="Graphic 28 format margin gutterc">
            <a:extLst>
              <a:ext uri="{FF2B5EF4-FFF2-40B4-BE49-F238E27FC236}">
                <a16:creationId xmlns:a16="http://schemas.microsoft.com/office/drawing/2014/main" id="{0C79A15A-0F45-A847-A578-3BA4270A7EE4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9" name="Text Placeholder 3 format margin gutterc">
            <a:extLst>
              <a:ext uri="{FF2B5EF4-FFF2-40B4-BE49-F238E27FC236}">
                <a16:creationId xmlns:a16="http://schemas.microsoft.com/office/drawing/2014/main" id="{0F04FDFA-41FD-124E-994E-9DAC3D60E1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33601" y="2847975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/>
            </a:lvl1pPr>
            <a:lvl2pPr>
              <a:spcBef>
                <a:spcPts val="738"/>
              </a:spcBef>
              <a:defRPr/>
            </a:lvl2pPr>
            <a:lvl3pPr>
              <a:spcBef>
                <a:spcPts val="738"/>
              </a:spcBef>
              <a:defRPr/>
            </a:lvl3pPr>
            <a:lvl4pPr>
              <a:spcBef>
                <a:spcPts val="738"/>
              </a:spcBef>
              <a:defRPr/>
            </a:lvl4pPr>
            <a:lvl5pPr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Text Placeholder 3 format margin gutterc">
            <a:extLst>
              <a:ext uri="{FF2B5EF4-FFF2-40B4-BE49-F238E27FC236}">
                <a16:creationId xmlns:a16="http://schemas.microsoft.com/office/drawing/2014/main" id="{FE5A3661-2706-3248-9BDA-843C7DA8FE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9200" y="1485900"/>
            <a:ext cx="609600" cy="1162052"/>
          </a:xfrm>
        </p:spPr>
        <p:txBody>
          <a:bodyPr lIns="0" tIns="152400" rIns="0" bIns="0"/>
          <a:lstStyle>
            <a:lvl1pPr algn="r">
              <a:lnSpc>
                <a:spcPct val="100000"/>
              </a:lnSpc>
              <a:spcBef>
                <a:spcPts val="0"/>
              </a:spcBef>
              <a:defRPr sz="8862" b="1" i="0">
                <a:solidFill>
                  <a:schemeClr val="accent1"/>
                </a:solidFill>
                <a:latin typeface="Arial Nova Condensed" panose="020B0506020202020204" pitchFamily="34" charset="0"/>
              </a:defRPr>
            </a:lvl1pPr>
            <a:lvl2pPr algn="r">
              <a:spcBef>
                <a:spcPts val="738"/>
              </a:spcBef>
              <a:defRPr/>
            </a:lvl2pPr>
            <a:lvl3pPr algn="r">
              <a:spcBef>
                <a:spcPts val="738"/>
              </a:spcBef>
              <a:defRPr/>
            </a:lvl3pPr>
            <a:lvl4pPr algn="r">
              <a:spcBef>
                <a:spcPts val="738"/>
              </a:spcBef>
              <a:defRPr/>
            </a:lvl4pPr>
            <a:lvl5pPr algn="r"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893869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blan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98757800-BBD7-C542-B233-46880F1C7C41}"/>
              </a:ext>
            </a:extLst>
          </p:cNvPr>
          <p:cNvSpPr>
            <a:spLocks/>
          </p:cNvSpPr>
          <p:nvPr userDrawn="1"/>
        </p:nvSpPr>
        <p:spPr>
          <a:xfrm>
            <a:off x="3120293" y="-1"/>
            <a:ext cx="1281723" cy="6857999"/>
          </a:xfrm>
          <a:custGeom>
            <a:avLst/>
            <a:gdLst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0 w 1219200"/>
              <a:gd name="connsiteY6" fmla="*/ 6857999 h 6858000"/>
              <a:gd name="connsiteX7" fmla="*/ 114300 w 1219200"/>
              <a:gd name="connsiteY7" fmla="*/ 6857999 h 6858000"/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114300 w 1219200"/>
              <a:gd name="connsiteY6" fmla="*/ 6857999 h 6858000"/>
              <a:gd name="connsiteX7" fmla="*/ 1054100 w 1219200"/>
              <a:gd name="connsiteY7" fmla="*/ 0 h 6858000"/>
              <a:gd name="connsiteX0" fmla="*/ 939800 w 1104900"/>
              <a:gd name="connsiteY0" fmla="*/ 0 h 6858000"/>
              <a:gd name="connsiteX1" fmla="*/ 1041400 w 1104900"/>
              <a:gd name="connsiteY1" fmla="*/ 0 h 6858000"/>
              <a:gd name="connsiteX2" fmla="*/ 101600 w 1104900"/>
              <a:gd name="connsiteY2" fmla="*/ 6857999 h 6858000"/>
              <a:gd name="connsiteX3" fmla="*/ 1104900 w 1104900"/>
              <a:gd name="connsiteY3" fmla="*/ 6857999 h 6858000"/>
              <a:gd name="connsiteX4" fmla="*/ 1104900 w 1104900"/>
              <a:gd name="connsiteY4" fmla="*/ 6858000 h 6858000"/>
              <a:gd name="connsiteX5" fmla="*/ 0 w 1104900"/>
              <a:gd name="connsiteY5" fmla="*/ 6857999 h 6858000"/>
              <a:gd name="connsiteX6" fmla="*/ 939800 w 1104900"/>
              <a:gd name="connsiteY6" fmla="*/ 0 h 6858000"/>
              <a:gd name="connsiteX0" fmla="*/ 939800 w 1104900"/>
              <a:gd name="connsiteY0" fmla="*/ 0 h 6857999"/>
              <a:gd name="connsiteX1" fmla="*/ 1041400 w 1104900"/>
              <a:gd name="connsiteY1" fmla="*/ 0 h 6857999"/>
              <a:gd name="connsiteX2" fmla="*/ 101600 w 1104900"/>
              <a:gd name="connsiteY2" fmla="*/ 6857999 h 6857999"/>
              <a:gd name="connsiteX3" fmla="*/ 1104900 w 1104900"/>
              <a:gd name="connsiteY3" fmla="*/ 6857999 h 6857999"/>
              <a:gd name="connsiteX4" fmla="*/ 0 w 1104900"/>
              <a:gd name="connsiteY4" fmla="*/ 6857999 h 6857999"/>
              <a:gd name="connsiteX5" fmla="*/ 939800 w 1104900"/>
              <a:gd name="connsiteY5" fmla="*/ 0 h 6857999"/>
              <a:gd name="connsiteX0" fmla="*/ 939800 w 1041400"/>
              <a:gd name="connsiteY0" fmla="*/ 0 h 6857999"/>
              <a:gd name="connsiteX1" fmla="*/ 1041400 w 1041400"/>
              <a:gd name="connsiteY1" fmla="*/ 0 h 6857999"/>
              <a:gd name="connsiteX2" fmla="*/ 101600 w 1041400"/>
              <a:gd name="connsiteY2" fmla="*/ 6857999 h 6857999"/>
              <a:gd name="connsiteX3" fmla="*/ 0 w 1041400"/>
              <a:gd name="connsiteY3" fmla="*/ 6857999 h 6857999"/>
              <a:gd name="connsiteX4" fmla="*/ 939800 w 1041400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1400" h="6857999">
                <a:moveTo>
                  <a:pt x="939800" y="0"/>
                </a:moveTo>
                <a:lnTo>
                  <a:pt x="1041400" y="0"/>
                </a:lnTo>
                <a:lnTo>
                  <a:pt x="101600" y="6857999"/>
                </a:lnTo>
                <a:lnTo>
                  <a:pt x="0" y="6857999"/>
                </a:lnTo>
                <a:lnTo>
                  <a:pt x="939800" y="0"/>
                </a:lnTo>
                <a:close/>
              </a:path>
            </a:pathLst>
          </a:cu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ED733986-7B1D-EF47-8386-49C08D62F4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323862" cy="6858000"/>
          </a:xfrm>
          <a:custGeom>
            <a:avLst/>
            <a:gdLst>
              <a:gd name="connsiteX0" fmla="*/ 0 w 3513138"/>
              <a:gd name="connsiteY0" fmla="*/ 0 h 6858000"/>
              <a:gd name="connsiteX1" fmla="*/ 3513138 w 3513138"/>
              <a:gd name="connsiteY1" fmla="*/ 0 h 6858000"/>
              <a:gd name="connsiteX2" fmla="*/ 2573338 w 3513138"/>
              <a:gd name="connsiteY2" fmla="*/ 6858000 h 6858000"/>
              <a:gd name="connsiteX3" fmla="*/ 0 w 35131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8" h="6858000">
                <a:moveTo>
                  <a:pt x="0" y="0"/>
                </a:moveTo>
                <a:lnTo>
                  <a:pt x="3513138" y="0"/>
                </a:lnTo>
                <a:lnTo>
                  <a:pt x="257333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ED6"/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fr-FR"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 algn="ctr"/>
            <a:r>
              <a:rPr lang="fr-FR"/>
              <a:t>Cliquez sur l'icône pour ajouter une image</a:t>
            </a:r>
          </a:p>
        </p:txBody>
      </p:sp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485900"/>
            <a:ext cx="5638800" cy="1162051"/>
          </a:xfrm>
          <a:prstGeom prst="rect">
            <a:avLst/>
          </a:prstGeom>
        </p:spPr>
        <p:txBody>
          <a:bodyPr lIns="0" tIns="0" rIns="0" bIns="50800" anchor="b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27" name="Graphic 28 format margin gutterc">
            <a:extLst>
              <a:ext uri="{FF2B5EF4-FFF2-40B4-BE49-F238E27FC236}">
                <a16:creationId xmlns:a16="http://schemas.microsoft.com/office/drawing/2014/main" id="{5AC8C489-7920-E246-9DDF-8FD71881F3E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9" name="Text Placeholder 3 format margin gutterc">
            <a:extLst>
              <a:ext uri="{FF2B5EF4-FFF2-40B4-BE49-F238E27FC236}">
                <a16:creationId xmlns:a16="http://schemas.microsoft.com/office/drawing/2014/main" id="{BB3CA717-BB0C-7E4F-B6CF-4C89B5A07C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99" y="2847975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>
                <a:solidFill>
                  <a:schemeClr val="accent3"/>
                </a:solidFill>
              </a:defRPr>
            </a:lvl1pPr>
            <a:lvl2pPr>
              <a:spcBef>
                <a:spcPts val="738"/>
              </a:spcBef>
              <a:defRPr>
                <a:solidFill>
                  <a:schemeClr val="accent3"/>
                </a:solidFill>
              </a:defRPr>
            </a:lvl2pPr>
            <a:lvl3pPr>
              <a:spcBef>
                <a:spcPts val="738"/>
              </a:spcBef>
              <a:defRPr>
                <a:solidFill>
                  <a:schemeClr val="accent3"/>
                </a:solidFill>
              </a:defRPr>
            </a:lvl3pPr>
            <a:lvl4pPr>
              <a:spcBef>
                <a:spcPts val="738"/>
              </a:spcBef>
              <a:defRPr>
                <a:solidFill>
                  <a:schemeClr val="accent3"/>
                </a:solidFill>
              </a:defRPr>
            </a:lvl4pPr>
            <a:lvl5pPr>
              <a:spcBef>
                <a:spcPts val="738"/>
              </a:spcBef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Text Placeholder 3 format margin gutterc">
            <a:extLst>
              <a:ext uri="{FF2B5EF4-FFF2-40B4-BE49-F238E27FC236}">
                <a16:creationId xmlns:a16="http://schemas.microsoft.com/office/drawing/2014/main" id="{9711D448-2844-434F-B0E8-B28D889DEB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5908" y="1485900"/>
            <a:ext cx="609600" cy="1162052"/>
          </a:xfrm>
        </p:spPr>
        <p:txBody>
          <a:bodyPr lIns="0" tIns="152400" rIns="0" bIns="0"/>
          <a:lstStyle>
            <a:lvl1pPr algn="r">
              <a:lnSpc>
                <a:spcPct val="100000"/>
              </a:lnSpc>
              <a:spcBef>
                <a:spcPts val="0"/>
              </a:spcBef>
              <a:defRPr sz="8862" b="1" i="0">
                <a:solidFill>
                  <a:schemeClr val="accent1"/>
                </a:solidFill>
                <a:latin typeface="Arial Nova Condensed" panose="020B0506020202020204" pitchFamily="34" charset="0"/>
              </a:defRPr>
            </a:lvl1pPr>
            <a:lvl2pPr algn="r">
              <a:spcBef>
                <a:spcPts val="738"/>
              </a:spcBef>
              <a:defRPr/>
            </a:lvl2pPr>
            <a:lvl3pPr algn="r">
              <a:spcBef>
                <a:spcPts val="738"/>
              </a:spcBef>
              <a:defRPr/>
            </a:lvl3pPr>
            <a:lvl4pPr algn="r">
              <a:spcBef>
                <a:spcPts val="738"/>
              </a:spcBef>
              <a:defRPr/>
            </a:lvl4pPr>
            <a:lvl5pPr algn="r"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538764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 format">
            <a:extLst>
              <a:ext uri="{FF2B5EF4-FFF2-40B4-BE49-F238E27FC236}">
                <a16:creationId xmlns:a16="http://schemas.microsoft.com/office/drawing/2014/main" id="{265859CB-C37C-1742-97FD-01F13AFC8CEB}"/>
              </a:ext>
            </a:extLst>
          </p:cNvPr>
          <p:cNvSpPr/>
          <p:nvPr userDrawn="1"/>
        </p:nvSpPr>
        <p:spPr>
          <a:xfrm>
            <a:off x="0" y="1795465"/>
            <a:ext cx="12192000" cy="32813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pic>
        <p:nvPicPr>
          <p:cNvPr id="31" name="cover-ornament format margin gutterc">
            <a:extLst>
              <a:ext uri="{FF2B5EF4-FFF2-40B4-BE49-F238E27FC236}">
                <a16:creationId xmlns:a16="http://schemas.microsoft.com/office/drawing/2014/main" id="{5B4E91F2-39ED-FA49-9C80-27B4DDCEC3D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 amt="2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1925639"/>
            <a:ext cx="3333750" cy="3033713"/>
          </a:xfrm>
          <a:prstGeom prst="rect">
            <a:avLst/>
          </a:prstGeom>
        </p:spPr>
      </p:pic>
      <p:sp>
        <p:nvSpPr>
          <p:cNvPr id="11" name="Freeform 17 format margin gutterc">
            <a:extLst>
              <a:ext uri="{FF2B5EF4-FFF2-40B4-BE49-F238E27FC236}">
                <a16:creationId xmlns:a16="http://schemas.microsoft.com/office/drawing/2014/main" id="{2EECA1CC-953B-6E47-B4EF-9BE2CA9399B4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620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2" name="Freeform 17 format margin gutterc">
            <a:extLst>
              <a:ext uri="{FF2B5EF4-FFF2-40B4-BE49-F238E27FC236}">
                <a16:creationId xmlns:a16="http://schemas.microsoft.com/office/drawing/2014/main" id="{4E442010-44B8-9A47-95FF-748F219C909E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25908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3" name="Freeform 17 format margin gutterc">
            <a:extLst>
              <a:ext uri="{FF2B5EF4-FFF2-40B4-BE49-F238E27FC236}">
                <a16:creationId xmlns:a16="http://schemas.microsoft.com/office/drawing/2014/main" id="{3FD7A1A6-F486-5640-B402-57DBE5F587BE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4196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4" name="Freeform 17 format margin gutterc">
            <a:extLst>
              <a:ext uri="{FF2B5EF4-FFF2-40B4-BE49-F238E27FC236}">
                <a16:creationId xmlns:a16="http://schemas.microsoft.com/office/drawing/2014/main" id="{D21DB537-3BDB-D949-ACFF-2D69AFFD8782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80772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 anchor="b"/>
          <a:lstStyle>
            <a:lvl1pPr algn="ctr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15" name="Freeform 17 format margin gutterc">
            <a:extLst>
              <a:ext uri="{FF2B5EF4-FFF2-40B4-BE49-F238E27FC236}">
                <a16:creationId xmlns:a16="http://schemas.microsoft.com/office/drawing/2014/main" id="{C8B33996-D2D7-4748-9B10-9F13CC5703B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2484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6" name="Freeform 17 format margin gutterc">
            <a:extLst>
              <a:ext uri="{FF2B5EF4-FFF2-40B4-BE49-F238E27FC236}">
                <a16:creationId xmlns:a16="http://schemas.microsoft.com/office/drawing/2014/main" id="{1DCC4865-0E77-3640-8B64-EE961744993B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99060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9" name="Content Placeholder 6 format margin gutterc">
            <a:extLst>
              <a:ext uri="{FF2B5EF4-FFF2-40B4-BE49-F238E27FC236}">
                <a16:creationId xmlns:a16="http://schemas.microsoft.com/office/drawing/2014/main" id="{BA92B959-A7D4-5F47-B4BA-331D99482BC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1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0" name="Content Placeholder 6 format margin gutterc">
            <a:extLst>
              <a:ext uri="{FF2B5EF4-FFF2-40B4-BE49-F238E27FC236}">
                <a16:creationId xmlns:a16="http://schemas.microsoft.com/office/drawing/2014/main" id="{EBB1DCF6-986C-7648-9B50-73A05AE6931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590800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1" name="Content Placeholder 6 format margin gutterc">
            <a:extLst>
              <a:ext uri="{FF2B5EF4-FFF2-40B4-BE49-F238E27FC236}">
                <a16:creationId xmlns:a16="http://schemas.microsoft.com/office/drawing/2014/main" id="{68475B63-D928-8C4A-AC48-14FB3BBDB5D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419599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2" name="Content Placeholder 6 format margin gutterc">
            <a:extLst>
              <a:ext uri="{FF2B5EF4-FFF2-40B4-BE49-F238E27FC236}">
                <a16:creationId xmlns:a16="http://schemas.microsoft.com/office/drawing/2014/main" id="{9AC8F2DF-5D23-9B48-8B24-1483A62E363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248398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3" name="Content Placeholder 6 format margin gutterc">
            <a:extLst>
              <a:ext uri="{FF2B5EF4-FFF2-40B4-BE49-F238E27FC236}">
                <a16:creationId xmlns:a16="http://schemas.microsoft.com/office/drawing/2014/main" id="{C9468E61-67E7-9C48-82DC-4CC07F2A0F42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077196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4" name="Content Placeholder 6 format margin gutterc">
            <a:extLst>
              <a:ext uri="{FF2B5EF4-FFF2-40B4-BE49-F238E27FC236}">
                <a16:creationId xmlns:a16="http://schemas.microsoft.com/office/drawing/2014/main" id="{1AD07108-1C6D-FA43-BFB1-BC6D7C3FFED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9905995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5" name="Content Placeholder 6 format margin gutterc">
            <a:extLst>
              <a:ext uri="{FF2B5EF4-FFF2-40B4-BE49-F238E27FC236}">
                <a16:creationId xmlns:a16="http://schemas.microsoft.com/office/drawing/2014/main" id="{A62D0468-D860-A548-A221-FCA1783B5AC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620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6" name="Content Placeholder 6 format margin gutterc">
            <a:extLst>
              <a:ext uri="{FF2B5EF4-FFF2-40B4-BE49-F238E27FC236}">
                <a16:creationId xmlns:a16="http://schemas.microsoft.com/office/drawing/2014/main" id="{AA49DD3D-5335-1C49-88DC-F65190B6FCA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5908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7" name="Content Placeholder 6 format margin gutterc">
            <a:extLst>
              <a:ext uri="{FF2B5EF4-FFF2-40B4-BE49-F238E27FC236}">
                <a16:creationId xmlns:a16="http://schemas.microsoft.com/office/drawing/2014/main" id="{04390093-F449-A04E-837C-A1F39C13E00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4196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8" name="Content Placeholder 6 format margin gutterc">
            <a:extLst>
              <a:ext uri="{FF2B5EF4-FFF2-40B4-BE49-F238E27FC236}">
                <a16:creationId xmlns:a16="http://schemas.microsoft.com/office/drawing/2014/main" id="{CB59CAC3-6DC9-A540-8E99-AD02BFAD87F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2484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9" name="Content Placeholder 6 format margin gutterc">
            <a:extLst>
              <a:ext uri="{FF2B5EF4-FFF2-40B4-BE49-F238E27FC236}">
                <a16:creationId xmlns:a16="http://schemas.microsoft.com/office/drawing/2014/main" id="{A6B3AEBD-4CF0-7749-AFB7-09AE9433D1C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80772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30" name="Content Placeholder 6 format margin gutterc">
            <a:extLst>
              <a:ext uri="{FF2B5EF4-FFF2-40B4-BE49-F238E27FC236}">
                <a16:creationId xmlns:a16="http://schemas.microsoft.com/office/drawing/2014/main" id="{39707EEB-B7E2-C742-A1CB-5D23DD677D2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99060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2767042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 format margin gutterc">
            <a:extLst>
              <a:ext uri="{FF2B5EF4-FFF2-40B4-BE49-F238E27FC236}">
                <a16:creationId xmlns:a16="http://schemas.microsoft.com/office/drawing/2014/main" id="{CD6BDCBD-866E-6B4F-8A04-3689BE108620}"/>
              </a:ext>
            </a:extLst>
          </p:cNvPr>
          <p:cNvSpPr txBox="1"/>
          <p:nvPr userDrawn="1"/>
        </p:nvSpPr>
        <p:spPr>
          <a:xfrm>
            <a:off x="4876801" y="144650"/>
            <a:ext cx="6553200" cy="309563"/>
          </a:xfrm>
          <a:prstGeom prst="rect">
            <a:avLst/>
          </a:prstGeom>
          <a:noFill/>
        </p:spPr>
        <p:txBody>
          <a:bodyPr wrap="square" lIns="93785" tIns="93785" rIns="93785" bIns="93785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fr-FR" sz="1231" b="1">
                <a:solidFill>
                  <a:srgbClr val="00313F"/>
                </a:solidFill>
                <a:latin typeface="Arial Nova Condensed" panose="020B0506020202020204" pitchFamily="34" charset="0"/>
              </a:rPr>
              <a:t>Expériences significatives</a:t>
            </a:r>
          </a:p>
        </p:txBody>
      </p:sp>
      <p:sp>
        <p:nvSpPr>
          <p:cNvPr id="21" name="Rectangle 14 format margin gutterc">
            <a:extLst>
              <a:ext uri="{FF2B5EF4-FFF2-40B4-BE49-F238E27FC236}">
                <a16:creationId xmlns:a16="http://schemas.microsoft.com/office/drawing/2014/main" id="{216A2830-1885-8A46-A1B8-F526FF93374F}"/>
              </a:ext>
            </a:extLst>
          </p:cNvPr>
          <p:cNvSpPr/>
          <p:nvPr userDrawn="1"/>
        </p:nvSpPr>
        <p:spPr>
          <a:xfrm>
            <a:off x="4876801" y="5660839"/>
            <a:ext cx="6553200" cy="10732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70000"/>
              </a:lnSpc>
            </a:pPr>
            <a:endParaRPr lang="fr-FR" sz="1477">
              <a:solidFill>
                <a:srgbClr val="FFFFFF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1" name="Rectangle 3 format margin">
            <a:extLst>
              <a:ext uri="{FF2B5EF4-FFF2-40B4-BE49-F238E27FC236}">
                <a16:creationId xmlns:a16="http://schemas.microsoft.com/office/drawing/2014/main" id="{19DCBC0E-D634-F54F-97B8-A92F916EE8ED}"/>
              </a:ext>
            </a:extLst>
          </p:cNvPr>
          <p:cNvSpPr/>
          <p:nvPr userDrawn="1"/>
        </p:nvSpPr>
        <p:spPr>
          <a:xfrm>
            <a:off x="609601" y="0"/>
            <a:ext cx="4114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pic>
        <p:nvPicPr>
          <p:cNvPr id="33" name="cover-ornament format margin gutterc">
            <a:extLst>
              <a:ext uri="{FF2B5EF4-FFF2-40B4-BE49-F238E27FC236}">
                <a16:creationId xmlns:a16="http://schemas.microsoft.com/office/drawing/2014/main" id="{B71834C8-3C80-7A4B-B135-E12F8C1C5E19}"/>
              </a:ext>
            </a:extLst>
          </p:cNvPr>
          <p:cNvPicPr>
            <a:picLocks/>
          </p:cNvPicPr>
          <p:nvPr userDrawn="1"/>
        </p:nvPicPr>
        <p:blipFill>
          <a:blip cstate="print">
            <a:alphaModFix amt="2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34001" y="144649"/>
            <a:ext cx="2466000" cy="246598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19" name="Content Placeholder 6 format margin gutterc">
            <a:extLst>
              <a:ext uri="{FF2B5EF4-FFF2-40B4-BE49-F238E27FC236}">
                <a16:creationId xmlns:a16="http://schemas.microsoft.com/office/drawing/2014/main" id="{BA92B959-A7D4-5F47-B4BA-331D99482BC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1" y="4148139"/>
            <a:ext cx="3810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5" name="Content Placeholder 6 format margin gutterc">
            <a:extLst>
              <a:ext uri="{FF2B5EF4-FFF2-40B4-BE49-F238E27FC236}">
                <a16:creationId xmlns:a16="http://schemas.microsoft.com/office/drawing/2014/main" id="{A62D0468-D860-A548-A221-FCA1783B5AC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62001" y="4767263"/>
            <a:ext cx="3810000" cy="14859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231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231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231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231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231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" name="Titre 1 format margin gutterc"/>
          <p:cNvSpPr>
            <a:spLocks noGrp="1"/>
          </p:cNvSpPr>
          <p:nvPr>
            <p:ph type="title" hasCustomPrompt="1"/>
          </p:nvPr>
        </p:nvSpPr>
        <p:spPr>
          <a:xfrm>
            <a:off x="762001" y="3529014"/>
            <a:ext cx="3810000" cy="619125"/>
          </a:xfrm>
        </p:spPr>
        <p:txBody>
          <a:bodyPr lIns="0" tIns="0" rIns="0" bIns="0" anchor="ctr">
            <a:normAutofit/>
          </a:bodyPr>
          <a:lstStyle>
            <a:lvl1pPr algn="ctr">
              <a:defRPr sz="2215" b="1" i="0">
                <a:solidFill>
                  <a:schemeClr val="bg1"/>
                </a:solidFill>
                <a:uFillTx/>
                <a:latin typeface="Arial Nova Condensed" panose="020B0506020202020204" pitchFamily="34" charset="0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32" name="Text Placeholder 7 format margin gutterc">
            <a:extLst>
              <a:ext uri="{FF2B5EF4-FFF2-40B4-BE49-F238E27FC236}">
                <a16:creationId xmlns:a16="http://schemas.microsoft.com/office/drawing/2014/main" id="{6C0EB681-2BED-464C-8537-0F482E2987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76801" y="619123"/>
            <a:ext cx="6553200" cy="4148138"/>
          </a:xfrm>
        </p:spPr>
        <p:txBody>
          <a:bodyPr lIns="76200" tIns="76200" rIns="76200" bIns="76200" anchor="t">
            <a:normAutofit/>
          </a:bodyPr>
          <a:lstStyle>
            <a:lvl1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1pPr>
            <a:lvl2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2pPr>
            <a:lvl3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3pPr>
            <a:lvl4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4pPr>
            <a:lvl5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grpSp>
        <p:nvGrpSpPr>
          <p:cNvPr id="4" name="Group 3 format margin gutterc">
            <a:extLst>
              <a:ext uri="{FF2B5EF4-FFF2-40B4-BE49-F238E27FC236}">
                <a16:creationId xmlns:a16="http://schemas.microsoft.com/office/drawing/2014/main" id="{263264AB-1798-734E-B2B0-B1C839EC105D}"/>
              </a:ext>
            </a:extLst>
          </p:cNvPr>
          <p:cNvGrpSpPr/>
          <p:nvPr userDrawn="1"/>
        </p:nvGrpSpPr>
        <p:grpSpPr>
          <a:xfrm>
            <a:off x="4876801" y="5351276"/>
            <a:ext cx="6553200" cy="309564"/>
            <a:chOff x="3962400" y="309563"/>
            <a:chExt cx="1609725" cy="309564"/>
          </a:xfrm>
        </p:grpSpPr>
        <p:sp>
          <p:nvSpPr>
            <p:cNvPr id="22" name="Rectangle 1 format margin gutterc">
              <a:extLst>
                <a:ext uri="{FF2B5EF4-FFF2-40B4-BE49-F238E27FC236}">
                  <a16:creationId xmlns:a16="http://schemas.microsoft.com/office/drawing/2014/main" id="{61F61A3B-5E69-6442-8896-FB160394E819}"/>
                </a:ext>
              </a:extLst>
            </p:cNvPr>
            <p:cNvSpPr/>
            <p:nvPr userDrawn="1"/>
          </p:nvSpPr>
          <p:spPr>
            <a:xfrm>
              <a:off x="3962400" y="309564"/>
              <a:ext cx="1609725" cy="30956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fr-FR" sz="2215" b="1">
                <a:solidFill>
                  <a:srgbClr val="FFFFFF"/>
                </a:solidFill>
                <a:latin typeface="Arial Nova Condensed" panose="020B0506020202020204" pitchFamily="34" charset="0"/>
              </a:endParaRPr>
            </a:p>
          </p:txBody>
        </p:sp>
        <p:sp>
          <p:nvSpPr>
            <p:cNvPr id="3" name="TextBox 2 format margin gutterc">
              <a:extLst>
                <a:ext uri="{FF2B5EF4-FFF2-40B4-BE49-F238E27FC236}">
                  <a16:creationId xmlns:a16="http://schemas.microsoft.com/office/drawing/2014/main" id="{00C9EC7A-4A5F-4C4C-A5EE-BD7ED5C7F3F8}"/>
                </a:ext>
              </a:extLst>
            </p:cNvPr>
            <p:cNvSpPr txBox="1"/>
            <p:nvPr userDrawn="1"/>
          </p:nvSpPr>
          <p:spPr>
            <a:xfrm>
              <a:off x="3962400" y="309563"/>
              <a:ext cx="1609725" cy="30956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fr-FR" sz="1231" b="1">
                  <a:solidFill>
                    <a:srgbClr val="FFFFFF"/>
                  </a:solidFill>
                  <a:latin typeface="Arial Nova Condensed" panose="020B0506020202020204" pitchFamily="34" charset="0"/>
                </a:rPr>
                <a:t>Compétences </a:t>
              </a:r>
            </a:p>
          </p:txBody>
        </p:sp>
      </p:grpSp>
      <p:sp>
        <p:nvSpPr>
          <p:cNvPr id="12" name="Text Placeholder 7 format margin gutterc">
            <a:extLst>
              <a:ext uri="{FF2B5EF4-FFF2-40B4-BE49-F238E27FC236}">
                <a16:creationId xmlns:a16="http://schemas.microsoft.com/office/drawing/2014/main" id="{A0E2CA01-8DA0-B840-8956-178889D6493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76807" y="5660839"/>
            <a:ext cx="6553200" cy="1052513"/>
          </a:xfrm>
        </p:spPr>
        <p:txBody>
          <a:bodyPr lIns="76200" tIns="76200" rIns="76200" bIns="76200" numCol="2" spcCol="360000" anchor="t"/>
          <a:lstStyle>
            <a:lvl1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0396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ver-ornament format margin gutterc">
            <a:extLst>
              <a:ext uri="{FF2B5EF4-FFF2-40B4-BE49-F238E27FC236}">
                <a16:creationId xmlns:a16="http://schemas.microsoft.com/office/drawing/2014/main" id="{80F5F324-89D6-474D-8181-E7A80454C70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1912145"/>
            <a:ext cx="3335529" cy="3033713"/>
          </a:xfrm>
          <a:prstGeom prst="rect">
            <a:avLst/>
          </a:prstGeom>
        </p:spPr>
      </p:pic>
      <p:sp>
        <p:nvSpPr>
          <p:cNvPr id="14" name="Rectangle 3 format margin gutterc">
            <a:extLst>
              <a:ext uri="{FF2B5EF4-FFF2-40B4-BE49-F238E27FC236}">
                <a16:creationId xmlns:a16="http://schemas.microsoft.com/office/drawing/2014/main" id="{468487F4-25F4-5D45-9FE5-5B056167F99A}"/>
              </a:ext>
            </a:extLst>
          </p:cNvPr>
          <p:cNvSpPr/>
          <p:nvPr userDrawn="1"/>
        </p:nvSpPr>
        <p:spPr>
          <a:xfrm>
            <a:off x="3962402" y="0"/>
            <a:ext cx="2895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2" name="Title 1 format margin gutterc">
            <a:extLst>
              <a:ext uri="{FF2B5EF4-FFF2-40B4-BE49-F238E27FC236}">
                <a16:creationId xmlns:a16="http://schemas.microsoft.com/office/drawing/2014/main" id="{FE2EF98B-1ED3-C943-B7F1-8D78F0D28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476500"/>
            <a:ext cx="3352800" cy="866775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66E51A-88A9-F643-A1CC-A94E18174F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11" name="Picture Placeholder 2 format margin gutterc padding">
            <a:extLst>
              <a:ext uri="{FF2B5EF4-FFF2-40B4-BE49-F238E27FC236}">
                <a16:creationId xmlns:a16="http://schemas.microsoft.com/office/drawing/2014/main" id="{CAAE0AFF-8DDF-7849-9714-1BB0CCBEA8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91001" y="2438400"/>
            <a:ext cx="2438400" cy="1981200"/>
          </a:xfrm>
          <a:solidFill>
            <a:srgbClr val="FFFED6"/>
          </a:solidFill>
        </p:spPr>
        <p:txBody>
          <a:bodyPr anchor="ctr">
            <a:normAutofit/>
          </a:bodyPr>
          <a:lstStyle>
            <a:lvl1pPr algn="ctr">
              <a:defRPr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2" name="Text Placeholder 7 format margin gutterc">
            <a:extLst>
              <a:ext uri="{FF2B5EF4-FFF2-40B4-BE49-F238E27FC236}">
                <a16:creationId xmlns:a16="http://schemas.microsoft.com/office/drawing/2014/main" id="{41F2EBD5-FEEC-D040-A88D-FFD9A51FF5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91001" y="495300"/>
            <a:ext cx="2438400" cy="1733550"/>
          </a:xfrm>
        </p:spPr>
        <p:txBody>
          <a:bodyPr lIns="0" tIns="0" rIns="0" bIns="0" anchor="b"/>
          <a:lstStyle>
            <a:lvl1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2pPr>
            <a:lvl3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3pPr>
            <a:lvl4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4pPr>
            <a:lvl5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Text Placeholder 7 format margin gutterc">
            <a:extLst>
              <a:ext uri="{FF2B5EF4-FFF2-40B4-BE49-F238E27FC236}">
                <a16:creationId xmlns:a16="http://schemas.microsoft.com/office/drawing/2014/main" id="{334240BB-851A-DC43-8EE0-6C18AEBE62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1001" y="4643438"/>
            <a:ext cx="2438400" cy="1733550"/>
          </a:xfrm>
        </p:spPr>
        <p:txBody>
          <a:bodyPr lIns="0" tIns="0" rIns="0" bIns="0" anchor="t"/>
          <a:lstStyle>
            <a:lvl1pPr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2pPr>
            <a:lvl3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3pPr>
            <a:lvl4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4pPr>
            <a:lvl5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3672282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uverture fi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 format margin gutterc">
            <a:extLst>
              <a:ext uri="{FF2B5EF4-FFF2-40B4-BE49-F238E27FC236}">
                <a16:creationId xmlns:a16="http://schemas.microsoft.com/office/drawing/2014/main" id="{FBDF57D5-9CF0-0F4F-BFBA-9560AB141FE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511" y="4187120"/>
            <a:ext cx="3810000" cy="1485900"/>
          </a:xfrm>
          <a:prstGeom prst="roundRect">
            <a:avLst>
              <a:gd name="adj" fmla="val 1150"/>
            </a:avLst>
          </a:prstGeom>
          <a:solidFill>
            <a:schemeClr val="tx1">
              <a:alpha val="1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none" lIns="187569" tIns="187569" rIns="187569" bIns="187569" anchor="ctr">
            <a:noAutofit/>
          </a:bodyPr>
          <a:lstStyle/>
          <a:p>
            <a:pPr eaLnBrk="0" hangingPunct="0">
              <a:lnSpc>
                <a:spcPct val="110000"/>
              </a:lnSpc>
              <a:buClr>
                <a:srgbClr val="6699CC"/>
              </a:buClr>
              <a:buSzPct val="110000"/>
              <a:defRPr/>
            </a:pPr>
            <a:endParaRPr lang="fr-FR" sz="1477">
              <a:solidFill>
                <a:srgbClr val="FFFFFF"/>
              </a:solidFill>
              <a:latin typeface="Arial Nova Condensed" panose="020B0506020202020204" pitchFamily="34" charset="0"/>
              <a:cs typeface="Arial Narrow"/>
            </a:endParaRPr>
          </a:p>
        </p:txBody>
      </p:sp>
      <p:sp>
        <p:nvSpPr>
          <p:cNvPr id="7" name="Rounded Rectangle 7 format margin gutterc">
            <a:extLst>
              <a:ext uri="{FF2B5EF4-FFF2-40B4-BE49-F238E27FC236}">
                <a16:creationId xmlns:a16="http://schemas.microsoft.com/office/drawing/2014/main" id="{D4C87301-2115-E948-998F-5D0DBE2277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85543" y="4187120"/>
            <a:ext cx="3810000" cy="1485900"/>
          </a:xfrm>
          <a:prstGeom prst="roundRect">
            <a:avLst>
              <a:gd name="adj" fmla="val 862"/>
            </a:avLst>
          </a:prstGeom>
          <a:solidFill>
            <a:schemeClr val="tx1">
              <a:alpha val="1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none" lIns="187569" tIns="187569" rIns="187569" bIns="187569" anchor="ctr">
            <a:noAutofit/>
          </a:bodyPr>
          <a:lstStyle/>
          <a:p>
            <a:pPr eaLnBrk="0" hangingPunct="0">
              <a:lnSpc>
                <a:spcPct val="110000"/>
              </a:lnSpc>
              <a:buClr>
                <a:srgbClr val="6699CC"/>
              </a:buClr>
              <a:buSzPct val="110000"/>
              <a:defRPr/>
            </a:pPr>
            <a:endParaRPr lang="fr-FR" sz="1477">
              <a:solidFill>
                <a:srgbClr val="FFFFFF"/>
              </a:solidFill>
              <a:latin typeface="Arial Nova Condensed" panose="020B0506020202020204" pitchFamily="34" charset="0"/>
              <a:cs typeface="Arial Narrow"/>
            </a:endParaRPr>
          </a:p>
        </p:txBody>
      </p:sp>
      <p:pic>
        <p:nvPicPr>
          <p:cNvPr id="8" name="Graphic 5 format margin gutterc">
            <a:extLst>
              <a:ext uri="{FF2B5EF4-FFF2-40B4-BE49-F238E27FC236}">
                <a16:creationId xmlns:a16="http://schemas.microsoft.com/office/drawing/2014/main" id="{D31C0C14-08A6-3B4C-9C6F-CF9808FAEE2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56511" y="1217980"/>
            <a:ext cx="1524000" cy="1369399"/>
          </a:xfrm>
          <a:prstGeom prst="rect">
            <a:avLst/>
          </a:prstGeom>
        </p:spPr>
      </p:pic>
      <p:sp>
        <p:nvSpPr>
          <p:cNvPr id="5" name="TextBox 4 format margin gutterc">
            <a:extLst>
              <a:ext uri="{FF2B5EF4-FFF2-40B4-BE49-F238E27FC236}">
                <a16:creationId xmlns:a16="http://schemas.microsoft.com/office/drawing/2014/main" id="{3E784DC0-1BE2-6F4C-ACC9-20ECECB49B2F}"/>
              </a:ext>
            </a:extLst>
          </p:cNvPr>
          <p:cNvSpPr txBox="1"/>
          <p:nvPr userDrawn="1"/>
        </p:nvSpPr>
        <p:spPr>
          <a:xfrm>
            <a:off x="297995" y="2768735"/>
            <a:ext cx="3441033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138 avenue des Champs Élysées − 75008 Paris</a:t>
            </a:r>
          </a:p>
        </p:txBody>
      </p:sp>
      <p:sp>
        <p:nvSpPr>
          <p:cNvPr id="15" name="TextBox 4 format margin gutterc">
            <a:extLst>
              <a:ext uri="{FF2B5EF4-FFF2-40B4-BE49-F238E27FC236}">
                <a16:creationId xmlns:a16="http://schemas.microsoft.com/office/drawing/2014/main" id="{E026B994-26A3-BE44-AE79-CA8AFE90F997}"/>
              </a:ext>
            </a:extLst>
          </p:cNvPr>
          <p:cNvSpPr txBox="1"/>
          <p:nvPr userDrawn="1"/>
        </p:nvSpPr>
        <p:spPr>
          <a:xfrm>
            <a:off x="297995" y="3264035"/>
            <a:ext cx="3441033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www.colombus-consulting.com</a:t>
            </a:r>
          </a:p>
        </p:txBody>
      </p:sp>
      <p:sp>
        <p:nvSpPr>
          <p:cNvPr id="20" name="TextBox 4 format margin gutterc">
            <a:extLst>
              <a:ext uri="{FF2B5EF4-FFF2-40B4-BE49-F238E27FC236}">
                <a16:creationId xmlns:a16="http://schemas.microsoft.com/office/drawing/2014/main" id="{39586B2E-BD4F-BE43-816D-C3DC1741DAEE}"/>
              </a:ext>
            </a:extLst>
          </p:cNvPr>
          <p:cNvSpPr txBox="1"/>
          <p:nvPr userDrawn="1"/>
        </p:nvSpPr>
        <p:spPr>
          <a:xfrm>
            <a:off x="297995" y="3016385"/>
            <a:ext cx="3441033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Téléphone : +33 (0)1 42 81 81 50</a:t>
            </a:r>
          </a:p>
        </p:txBody>
      </p:sp>
      <p:sp>
        <p:nvSpPr>
          <p:cNvPr id="2" name="Rounded Rectangle 7 format margin gutterc">
            <a:extLst>
              <a:ext uri="{FF2B5EF4-FFF2-40B4-BE49-F238E27FC236}">
                <a16:creationId xmlns:a16="http://schemas.microsoft.com/office/drawing/2014/main" id="{9AC195E1-6862-657D-4079-5C94AB65410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57575" y="4187120"/>
            <a:ext cx="3810000" cy="1485900"/>
          </a:xfrm>
          <a:prstGeom prst="roundRect">
            <a:avLst>
              <a:gd name="adj" fmla="val 862"/>
            </a:avLst>
          </a:prstGeom>
          <a:solidFill>
            <a:schemeClr val="tx1">
              <a:alpha val="1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none" lIns="187569" tIns="187569" rIns="187569" bIns="187569" anchor="ctr">
            <a:noAutofit/>
          </a:bodyPr>
          <a:lstStyle/>
          <a:p>
            <a:pPr eaLnBrk="0" hangingPunct="0">
              <a:lnSpc>
                <a:spcPct val="110000"/>
              </a:lnSpc>
              <a:buClr>
                <a:srgbClr val="6699CC"/>
              </a:buClr>
              <a:buSzPct val="110000"/>
              <a:defRPr/>
            </a:pPr>
            <a:endParaRPr lang="fr-FR" sz="1477">
              <a:solidFill>
                <a:srgbClr val="FFFFFF"/>
              </a:solidFill>
              <a:latin typeface="Arial Nova Condensed" panose="020B0506020202020204" pitchFamily="34" charset="0"/>
              <a:cs typeface="Arial Narrow"/>
            </a:endParaRPr>
          </a:p>
        </p:txBody>
      </p:sp>
      <p:pic>
        <p:nvPicPr>
          <p:cNvPr id="10" name="Picture 7" descr="A white logo on a black background&#10;&#10;Description automatically generated">
            <a:extLst>
              <a:ext uri="{FF2B5EF4-FFF2-40B4-BE49-F238E27FC236}">
                <a16:creationId xmlns:a16="http://schemas.microsoft.com/office/drawing/2014/main" id="{96307F2B-8626-09CC-82B3-70F6FB3361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01846" y="1376526"/>
            <a:ext cx="1777395" cy="1052307"/>
          </a:xfrm>
          <a:prstGeom prst="rect">
            <a:avLst/>
          </a:prstGeom>
        </p:spPr>
      </p:pic>
      <p:sp>
        <p:nvSpPr>
          <p:cNvPr id="12" name="TextBox 4 format margin gutterc">
            <a:extLst>
              <a:ext uri="{FF2B5EF4-FFF2-40B4-BE49-F238E27FC236}">
                <a16:creationId xmlns:a16="http://schemas.microsoft.com/office/drawing/2014/main" id="{7D04A1CB-0947-8437-9720-6B3C03B16B68}"/>
              </a:ext>
            </a:extLst>
          </p:cNvPr>
          <p:cNvSpPr txBox="1"/>
          <p:nvPr userDrawn="1"/>
        </p:nvSpPr>
        <p:spPr>
          <a:xfrm>
            <a:off x="4370027" y="2768735"/>
            <a:ext cx="3441033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69 rue Marx Dormoy − 75018 Paris</a:t>
            </a:r>
          </a:p>
        </p:txBody>
      </p:sp>
      <p:sp>
        <p:nvSpPr>
          <p:cNvPr id="16" name="TextBox 4 format margin gutterc">
            <a:extLst>
              <a:ext uri="{FF2B5EF4-FFF2-40B4-BE49-F238E27FC236}">
                <a16:creationId xmlns:a16="http://schemas.microsoft.com/office/drawing/2014/main" id="{D15FCC44-80B6-9034-F8AB-EEA652B61BEF}"/>
              </a:ext>
            </a:extLst>
          </p:cNvPr>
          <p:cNvSpPr txBox="1"/>
          <p:nvPr userDrawn="1"/>
        </p:nvSpPr>
        <p:spPr>
          <a:xfrm>
            <a:off x="4370027" y="3264035"/>
            <a:ext cx="3441033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www.blue-arches.com</a:t>
            </a:r>
          </a:p>
        </p:txBody>
      </p:sp>
      <p:sp>
        <p:nvSpPr>
          <p:cNvPr id="21" name="TextBox 4 format margin gutterc">
            <a:extLst>
              <a:ext uri="{FF2B5EF4-FFF2-40B4-BE49-F238E27FC236}">
                <a16:creationId xmlns:a16="http://schemas.microsoft.com/office/drawing/2014/main" id="{D1C92BAA-D96A-21A8-D102-EBAB750BD8B0}"/>
              </a:ext>
            </a:extLst>
          </p:cNvPr>
          <p:cNvSpPr txBox="1"/>
          <p:nvPr userDrawn="1"/>
        </p:nvSpPr>
        <p:spPr>
          <a:xfrm>
            <a:off x="4370027" y="3016385"/>
            <a:ext cx="3441033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Téléphone : xxxxx</a:t>
            </a:r>
          </a:p>
        </p:txBody>
      </p:sp>
      <p:pic>
        <p:nvPicPr>
          <p:cNvPr id="1026" name="Picture 2" descr="Groupe JL&amp;P | LinkedIn">
            <a:extLst>
              <a:ext uri="{FF2B5EF4-FFF2-40B4-BE49-F238E27FC236}">
                <a16:creationId xmlns:a16="http://schemas.microsoft.com/office/drawing/2014/main" id="{26269CF1-8869-FF4C-2FCC-1D42511CE8C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clrChange>
              <a:clrFrom>
                <a:srgbClr val="27295C"/>
              </a:clrFrom>
              <a:clrTo>
                <a:srgbClr val="27295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24" b="29206"/>
          <a:stretch/>
        </p:blipFill>
        <p:spPr bwMode="auto">
          <a:xfrm>
            <a:off x="9210075" y="1541977"/>
            <a:ext cx="1905000" cy="721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4 format margin gutterc">
            <a:extLst>
              <a:ext uri="{FF2B5EF4-FFF2-40B4-BE49-F238E27FC236}">
                <a16:creationId xmlns:a16="http://schemas.microsoft.com/office/drawing/2014/main" id="{BE413F59-8312-388A-7F11-B917F7060A9A}"/>
              </a:ext>
            </a:extLst>
          </p:cNvPr>
          <p:cNvSpPr txBox="1"/>
          <p:nvPr userDrawn="1"/>
        </p:nvSpPr>
        <p:spPr>
          <a:xfrm>
            <a:off x="8442059" y="2862396"/>
            <a:ext cx="3441033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31 rue de Bègles – 33800 Bordeaux</a:t>
            </a:r>
          </a:p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Téléphone : xxxxx</a:t>
            </a:r>
          </a:p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www.jlandp.com</a:t>
            </a:r>
          </a:p>
        </p:txBody>
      </p:sp>
    </p:spTree>
    <p:extLst>
      <p:ext uri="{BB962C8B-B14F-4D97-AF65-F5344CB8AC3E}">
        <p14:creationId xmlns:p14="http://schemas.microsoft.com/office/powerpoint/2010/main" val="3427681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uverture ble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671639"/>
            <a:ext cx="5638800" cy="1547813"/>
          </a:xfrm>
          <a:prstGeom prst="rect">
            <a:avLst/>
          </a:prstGeom>
        </p:spPr>
        <p:txBody>
          <a:bodyPr lIns="0" tIns="0" rIns="0" bIns="50800" anchor="ctr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cxnSp>
        <p:nvCxnSpPr>
          <p:cNvPr id="5" name="Straight Connector 3 format margin gutterc">
            <a:extLst>
              <a:ext uri="{FF2B5EF4-FFF2-40B4-BE49-F238E27FC236}">
                <a16:creationId xmlns:a16="http://schemas.microsoft.com/office/drawing/2014/main" id="{186E63E4-DEA7-0148-A4AE-FBA12CB0D623}"/>
              </a:ext>
            </a:extLst>
          </p:cNvPr>
          <p:cNvCxnSpPr/>
          <p:nvPr userDrawn="1"/>
        </p:nvCxnSpPr>
        <p:spPr>
          <a:xfrm>
            <a:off x="5334001" y="4333875"/>
            <a:ext cx="5638800" cy="0"/>
          </a:xfrm>
          <a:prstGeom prst="line">
            <a:avLst/>
          </a:prstGeom>
          <a:ln w="127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28 format margin gutterc">
            <a:extLst>
              <a:ext uri="{FF2B5EF4-FFF2-40B4-BE49-F238E27FC236}">
                <a16:creationId xmlns:a16="http://schemas.microsoft.com/office/drawing/2014/main" id="{4ADA52EE-E510-E34F-AE4E-CA4ED0FA0C2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7" name="Text Placeholder 3 format margin gutterc">
            <a:extLst>
              <a:ext uri="{FF2B5EF4-FFF2-40B4-BE49-F238E27FC236}">
                <a16:creationId xmlns:a16="http://schemas.microsoft.com/office/drawing/2014/main" id="{DF4092AF-D06C-9A4B-9EE3-8D6767FD42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9" y="4457701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/>
            </a:lvl1pPr>
            <a:lvl2pPr>
              <a:spcBef>
                <a:spcPts val="738"/>
              </a:spcBef>
              <a:defRPr/>
            </a:lvl2pPr>
            <a:lvl3pPr>
              <a:spcBef>
                <a:spcPts val="738"/>
              </a:spcBef>
              <a:defRPr/>
            </a:lvl3pPr>
            <a:lvl4pPr>
              <a:spcBef>
                <a:spcPts val="738"/>
              </a:spcBef>
              <a:defRPr/>
            </a:lvl4pPr>
            <a:lvl5pPr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90A165-9E8D-4348-B754-E21D8DEFC9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2" y="928690"/>
            <a:ext cx="3335140" cy="303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857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uvertur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93B4FE-0D36-1C4F-A456-ACBB52739C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671639"/>
            <a:ext cx="5638800" cy="1547813"/>
          </a:xfrm>
          <a:prstGeom prst="rect">
            <a:avLst/>
          </a:prstGeom>
        </p:spPr>
        <p:txBody>
          <a:bodyPr lIns="0" tIns="0" rIns="0" bIns="50800" anchor="ctr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9" name="cover-ornament format margin gutterc">
            <a:extLst>
              <a:ext uri="{FF2B5EF4-FFF2-40B4-BE49-F238E27FC236}">
                <a16:creationId xmlns:a16="http://schemas.microsoft.com/office/drawing/2014/main" id="{81AE62B9-4DD7-D743-AD59-0C43090E897B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200" y="928689"/>
            <a:ext cx="3335529" cy="3033713"/>
          </a:xfrm>
          <a:prstGeom prst="rect">
            <a:avLst/>
          </a:prstGeom>
        </p:spPr>
      </p:pic>
      <p:cxnSp>
        <p:nvCxnSpPr>
          <p:cNvPr id="10" name="Straight Connector 3 format margin gutterc">
            <a:extLst>
              <a:ext uri="{FF2B5EF4-FFF2-40B4-BE49-F238E27FC236}">
                <a16:creationId xmlns:a16="http://schemas.microsoft.com/office/drawing/2014/main" id="{E4B4149A-23A2-FB46-82A1-C4483BEA50C5}"/>
              </a:ext>
            </a:extLst>
          </p:cNvPr>
          <p:cNvCxnSpPr/>
          <p:nvPr userDrawn="1"/>
        </p:nvCxnSpPr>
        <p:spPr>
          <a:xfrm>
            <a:off x="5334001" y="4333875"/>
            <a:ext cx="5638800" cy="0"/>
          </a:xfrm>
          <a:prstGeom prst="line">
            <a:avLst/>
          </a:prstGeom>
          <a:ln w="127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28 format margin gutterc">
            <a:extLst>
              <a:ext uri="{FF2B5EF4-FFF2-40B4-BE49-F238E27FC236}">
                <a16:creationId xmlns:a16="http://schemas.microsoft.com/office/drawing/2014/main" id="{A1E62A9A-ADD1-E84B-92B9-2450EFA8140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4" name="Text Placeholder 3 format margin gutterc">
            <a:extLst>
              <a:ext uri="{FF2B5EF4-FFF2-40B4-BE49-F238E27FC236}">
                <a16:creationId xmlns:a16="http://schemas.microsoft.com/office/drawing/2014/main" id="{224D1236-3475-8643-ADF6-BE227CE4C7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9" y="4457701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/>
            </a:lvl1pPr>
            <a:lvl2pPr>
              <a:spcBef>
                <a:spcPts val="738"/>
              </a:spcBef>
              <a:defRPr/>
            </a:lvl2pPr>
            <a:lvl3pPr>
              <a:spcBef>
                <a:spcPts val="738"/>
              </a:spcBef>
              <a:defRPr/>
            </a:lvl3pPr>
            <a:lvl4pPr>
              <a:spcBef>
                <a:spcPts val="738"/>
              </a:spcBef>
              <a:defRPr/>
            </a:lvl4pPr>
            <a:lvl5pPr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691986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ble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ED733986-7B1D-EF47-8386-49C08D62F4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323862" cy="6858000"/>
          </a:xfrm>
          <a:custGeom>
            <a:avLst/>
            <a:gdLst>
              <a:gd name="connsiteX0" fmla="*/ 0 w 3513138"/>
              <a:gd name="connsiteY0" fmla="*/ 0 h 6858000"/>
              <a:gd name="connsiteX1" fmla="*/ 3513138 w 3513138"/>
              <a:gd name="connsiteY1" fmla="*/ 0 h 6858000"/>
              <a:gd name="connsiteX2" fmla="*/ 2573338 w 3513138"/>
              <a:gd name="connsiteY2" fmla="*/ 6858000 h 6858000"/>
              <a:gd name="connsiteX3" fmla="*/ 0 w 35131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8" h="6858000">
                <a:moveTo>
                  <a:pt x="0" y="0"/>
                </a:moveTo>
                <a:lnTo>
                  <a:pt x="3513138" y="0"/>
                </a:lnTo>
                <a:lnTo>
                  <a:pt x="2573338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vert="horz" wrap="square" lIns="0" tIns="0" rIns="0" bIns="0" rtlCol="0" anchor="ctr">
            <a:noAutofit/>
          </a:bodyPr>
          <a:lstStyle>
            <a:lvl1pPr>
              <a:defRPr lang="fr-FR"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 algn="ctr"/>
            <a:r>
              <a:rPr lang="fr-FR"/>
              <a:t>Cliquez sur l'icône pour ajouter une image</a:t>
            </a: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FDB77C8-973F-8543-A407-EF0C77E5D51E}"/>
              </a:ext>
            </a:extLst>
          </p:cNvPr>
          <p:cNvSpPr>
            <a:spLocks/>
          </p:cNvSpPr>
          <p:nvPr userDrawn="1"/>
        </p:nvSpPr>
        <p:spPr>
          <a:xfrm>
            <a:off x="3120293" y="-1"/>
            <a:ext cx="1281723" cy="6857999"/>
          </a:xfrm>
          <a:custGeom>
            <a:avLst/>
            <a:gdLst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0 w 1219200"/>
              <a:gd name="connsiteY6" fmla="*/ 6857999 h 6858000"/>
              <a:gd name="connsiteX7" fmla="*/ 114300 w 1219200"/>
              <a:gd name="connsiteY7" fmla="*/ 6857999 h 6858000"/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114300 w 1219200"/>
              <a:gd name="connsiteY6" fmla="*/ 6857999 h 6858000"/>
              <a:gd name="connsiteX7" fmla="*/ 1054100 w 1219200"/>
              <a:gd name="connsiteY7" fmla="*/ 0 h 6858000"/>
              <a:gd name="connsiteX0" fmla="*/ 939800 w 1104900"/>
              <a:gd name="connsiteY0" fmla="*/ 0 h 6858000"/>
              <a:gd name="connsiteX1" fmla="*/ 1041400 w 1104900"/>
              <a:gd name="connsiteY1" fmla="*/ 0 h 6858000"/>
              <a:gd name="connsiteX2" fmla="*/ 101600 w 1104900"/>
              <a:gd name="connsiteY2" fmla="*/ 6857999 h 6858000"/>
              <a:gd name="connsiteX3" fmla="*/ 1104900 w 1104900"/>
              <a:gd name="connsiteY3" fmla="*/ 6857999 h 6858000"/>
              <a:gd name="connsiteX4" fmla="*/ 1104900 w 1104900"/>
              <a:gd name="connsiteY4" fmla="*/ 6858000 h 6858000"/>
              <a:gd name="connsiteX5" fmla="*/ 0 w 1104900"/>
              <a:gd name="connsiteY5" fmla="*/ 6857999 h 6858000"/>
              <a:gd name="connsiteX6" fmla="*/ 939800 w 1104900"/>
              <a:gd name="connsiteY6" fmla="*/ 0 h 6858000"/>
              <a:gd name="connsiteX0" fmla="*/ 939800 w 1104900"/>
              <a:gd name="connsiteY0" fmla="*/ 0 h 6857999"/>
              <a:gd name="connsiteX1" fmla="*/ 1041400 w 1104900"/>
              <a:gd name="connsiteY1" fmla="*/ 0 h 6857999"/>
              <a:gd name="connsiteX2" fmla="*/ 101600 w 1104900"/>
              <a:gd name="connsiteY2" fmla="*/ 6857999 h 6857999"/>
              <a:gd name="connsiteX3" fmla="*/ 1104900 w 1104900"/>
              <a:gd name="connsiteY3" fmla="*/ 6857999 h 6857999"/>
              <a:gd name="connsiteX4" fmla="*/ 0 w 1104900"/>
              <a:gd name="connsiteY4" fmla="*/ 6857999 h 6857999"/>
              <a:gd name="connsiteX5" fmla="*/ 939800 w 1104900"/>
              <a:gd name="connsiteY5" fmla="*/ 0 h 6857999"/>
              <a:gd name="connsiteX0" fmla="*/ 939800 w 1041400"/>
              <a:gd name="connsiteY0" fmla="*/ 0 h 6857999"/>
              <a:gd name="connsiteX1" fmla="*/ 1041400 w 1041400"/>
              <a:gd name="connsiteY1" fmla="*/ 0 h 6857999"/>
              <a:gd name="connsiteX2" fmla="*/ 101600 w 1041400"/>
              <a:gd name="connsiteY2" fmla="*/ 6857999 h 6857999"/>
              <a:gd name="connsiteX3" fmla="*/ 0 w 1041400"/>
              <a:gd name="connsiteY3" fmla="*/ 6857999 h 6857999"/>
              <a:gd name="connsiteX4" fmla="*/ 939800 w 1041400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1400" h="6857999">
                <a:moveTo>
                  <a:pt x="939800" y="0"/>
                </a:moveTo>
                <a:lnTo>
                  <a:pt x="1041400" y="0"/>
                </a:lnTo>
                <a:lnTo>
                  <a:pt x="101600" y="6857999"/>
                </a:lnTo>
                <a:lnTo>
                  <a:pt x="0" y="6857999"/>
                </a:lnTo>
                <a:lnTo>
                  <a:pt x="939800" y="0"/>
                </a:lnTo>
                <a:close/>
              </a:path>
            </a:pathLst>
          </a:cu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E1228D-12B2-B341-BFC5-689CB7D298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0"/>
            <a:ext cx="4323860" cy="6858000"/>
          </a:xfrm>
          <a:custGeom>
            <a:avLst/>
            <a:gdLst>
              <a:gd name="connsiteX0" fmla="*/ 0 w 3513136"/>
              <a:gd name="connsiteY0" fmla="*/ 0 h 6858000"/>
              <a:gd name="connsiteX1" fmla="*/ 3513136 w 3513136"/>
              <a:gd name="connsiteY1" fmla="*/ 0 h 6858000"/>
              <a:gd name="connsiteX2" fmla="*/ 2573336 w 3513136"/>
              <a:gd name="connsiteY2" fmla="*/ 6858000 h 6858000"/>
              <a:gd name="connsiteX3" fmla="*/ 0 w 351313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6" h="6858000">
                <a:moveTo>
                  <a:pt x="0" y="0"/>
                </a:moveTo>
                <a:lnTo>
                  <a:pt x="3513136" y="0"/>
                </a:lnTo>
                <a:lnTo>
                  <a:pt x="257333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485900"/>
            <a:ext cx="5638800" cy="1162051"/>
          </a:xfrm>
          <a:prstGeom prst="rect">
            <a:avLst/>
          </a:prstGeom>
        </p:spPr>
        <p:txBody>
          <a:bodyPr lIns="0" tIns="0" rIns="0" bIns="50800" anchor="b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11" name="Graphic 28 format margin gutterc">
            <a:extLst>
              <a:ext uri="{FF2B5EF4-FFF2-40B4-BE49-F238E27FC236}">
                <a16:creationId xmlns:a16="http://schemas.microsoft.com/office/drawing/2014/main" id="{0C79A15A-0F45-A847-A578-3BA4270A7EE4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9" name="Text Placeholder 3 format margin gutterc">
            <a:extLst>
              <a:ext uri="{FF2B5EF4-FFF2-40B4-BE49-F238E27FC236}">
                <a16:creationId xmlns:a16="http://schemas.microsoft.com/office/drawing/2014/main" id="{0F04FDFA-41FD-124E-994E-9DAC3D60E1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99" y="2847975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/>
            </a:lvl1pPr>
            <a:lvl2pPr>
              <a:spcBef>
                <a:spcPts val="738"/>
              </a:spcBef>
              <a:defRPr/>
            </a:lvl2pPr>
            <a:lvl3pPr>
              <a:spcBef>
                <a:spcPts val="738"/>
              </a:spcBef>
              <a:defRPr/>
            </a:lvl3pPr>
            <a:lvl4pPr>
              <a:spcBef>
                <a:spcPts val="738"/>
              </a:spcBef>
              <a:defRPr/>
            </a:lvl4pPr>
            <a:lvl5pPr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Text Placeholder 3 format margin gutterc">
            <a:extLst>
              <a:ext uri="{FF2B5EF4-FFF2-40B4-BE49-F238E27FC236}">
                <a16:creationId xmlns:a16="http://schemas.microsoft.com/office/drawing/2014/main" id="{FE5A3661-2706-3248-9BDA-843C7DA8FE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5908" y="1485900"/>
            <a:ext cx="609600" cy="1162052"/>
          </a:xfrm>
        </p:spPr>
        <p:txBody>
          <a:bodyPr lIns="0" tIns="152400" rIns="0" bIns="0"/>
          <a:lstStyle>
            <a:lvl1pPr algn="r">
              <a:lnSpc>
                <a:spcPct val="100000"/>
              </a:lnSpc>
              <a:spcBef>
                <a:spcPts val="0"/>
              </a:spcBef>
              <a:defRPr sz="8862" b="1" i="0">
                <a:solidFill>
                  <a:schemeClr val="accent1"/>
                </a:solidFill>
                <a:latin typeface="Arial Nova Condensed" panose="020B0506020202020204" pitchFamily="34" charset="0"/>
              </a:defRPr>
            </a:lvl1pPr>
            <a:lvl2pPr algn="r">
              <a:spcBef>
                <a:spcPts val="738"/>
              </a:spcBef>
              <a:defRPr/>
            </a:lvl2pPr>
            <a:lvl3pPr algn="r">
              <a:spcBef>
                <a:spcPts val="738"/>
              </a:spcBef>
              <a:defRPr/>
            </a:lvl3pPr>
            <a:lvl4pPr algn="r">
              <a:spcBef>
                <a:spcPts val="738"/>
              </a:spcBef>
              <a:defRPr/>
            </a:lvl4pPr>
            <a:lvl5pPr algn="r"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633715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ection ble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65A0406-F46F-9A41-B773-EBB43C4022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68138" y="-2"/>
            <a:ext cx="4323862" cy="6858000"/>
          </a:xfrm>
          <a:custGeom>
            <a:avLst/>
            <a:gdLst>
              <a:gd name="connsiteX0" fmla="*/ 939800 w 3513138"/>
              <a:gd name="connsiteY0" fmla="*/ 0 h 6858000"/>
              <a:gd name="connsiteX1" fmla="*/ 3513138 w 3513138"/>
              <a:gd name="connsiteY1" fmla="*/ 0 h 6858000"/>
              <a:gd name="connsiteX2" fmla="*/ 3513138 w 3513138"/>
              <a:gd name="connsiteY2" fmla="*/ 6858000 h 6858000"/>
              <a:gd name="connsiteX3" fmla="*/ 0 w 35131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8" h="6858000">
                <a:moveTo>
                  <a:pt x="939800" y="0"/>
                </a:moveTo>
                <a:lnTo>
                  <a:pt x="3513138" y="0"/>
                </a:lnTo>
                <a:lnTo>
                  <a:pt x="3513138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vert="horz" wrap="square" lIns="0" tIns="0" rIns="0" bIns="0" rtlCol="0" anchor="ctr">
            <a:noAutofit/>
          </a:bodyPr>
          <a:lstStyle>
            <a:lvl1pPr>
              <a:defRPr lang="fr-FR"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 algn="ctr"/>
            <a:r>
              <a:rPr lang="fr-FR"/>
              <a:t>Cliquez sur l'icône pour ajouter une image</a:t>
            </a: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FDB77C8-973F-8543-A407-EF0C77E5D51E}"/>
              </a:ext>
            </a:extLst>
          </p:cNvPr>
          <p:cNvSpPr>
            <a:spLocks/>
          </p:cNvSpPr>
          <p:nvPr userDrawn="1"/>
        </p:nvSpPr>
        <p:spPr>
          <a:xfrm>
            <a:off x="7750907" y="-1"/>
            <a:ext cx="1281723" cy="6857999"/>
          </a:xfrm>
          <a:custGeom>
            <a:avLst/>
            <a:gdLst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0 w 1219200"/>
              <a:gd name="connsiteY6" fmla="*/ 6857999 h 6858000"/>
              <a:gd name="connsiteX7" fmla="*/ 114300 w 1219200"/>
              <a:gd name="connsiteY7" fmla="*/ 6857999 h 6858000"/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114300 w 1219200"/>
              <a:gd name="connsiteY6" fmla="*/ 6857999 h 6858000"/>
              <a:gd name="connsiteX7" fmla="*/ 1054100 w 1219200"/>
              <a:gd name="connsiteY7" fmla="*/ 0 h 6858000"/>
              <a:gd name="connsiteX0" fmla="*/ 939800 w 1104900"/>
              <a:gd name="connsiteY0" fmla="*/ 0 h 6858000"/>
              <a:gd name="connsiteX1" fmla="*/ 1041400 w 1104900"/>
              <a:gd name="connsiteY1" fmla="*/ 0 h 6858000"/>
              <a:gd name="connsiteX2" fmla="*/ 101600 w 1104900"/>
              <a:gd name="connsiteY2" fmla="*/ 6857999 h 6858000"/>
              <a:gd name="connsiteX3" fmla="*/ 1104900 w 1104900"/>
              <a:gd name="connsiteY3" fmla="*/ 6857999 h 6858000"/>
              <a:gd name="connsiteX4" fmla="*/ 1104900 w 1104900"/>
              <a:gd name="connsiteY4" fmla="*/ 6858000 h 6858000"/>
              <a:gd name="connsiteX5" fmla="*/ 0 w 1104900"/>
              <a:gd name="connsiteY5" fmla="*/ 6857999 h 6858000"/>
              <a:gd name="connsiteX6" fmla="*/ 939800 w 1104900"/>
              <a:gd name="connsiteY6" fmla="*/ 0 h 6858000"/>
              <a:gd name="connsiteX0" fmla="*/ 939800 w 1104900"/>
              <a:gd name="connsiteY0" fmla="*/ 0 h 6857999"/>
              <a:gd name="connsiteX1" fmla="*/ 1041400 w 1104900"/>
              <a:gd name="connsiteY1" fmla="*/ 0 h 6857999"/>
              <a:gd name="connsiteX2" fmla="*/ 101600 w 1104900"/>
              <a:gd name="connsiteY2" fmla="*/ 6857999 h 6857999"/>
              <a:gd name="connsiteX3" fmla="*/ 1104900 w 1104900"/>
              <a:gd name="connsiteY3" fmla="*/ 6857999 h 6857999"/>
              <a:gd name="connsiteX4" fmla="*/ 0 w 1104900"/>
              <a:gd name="connsiteY4" fmla="*/ 6857999 h 6857999"/>
              <a:gd name="connsiteX5" fmla="*/ 939800 w 1104900"/>
              <a:gd name="connsiteY5" fmla="*/ 0 h 6857999"/>
              <a:gd name="connsiteX0" fmla="*/ 939800 w 1041400"/>
              <a:gd name="connsiteY0" fmla="*/ 0 h 6857999"/>
              <a:gd name="connsiteX1" fmla="*/ 1041400 w 1041400"/>
              <a:gd name="connsiteY1" fmla="*/ 0 h 6857999"/>
              <a:gd name="connsiteX2" fmla="*/ 101600 w 1041400"/>
              <a:gd name="connsiteY2" fmla="*/ 6857999 h 6857999"/>
              <a:gd name="connsiteX3" fmla="*/ 0 w 1041400"/>
              <a:gd name="connsiteY3" fmla="*/ 6857999 h 6857999"/>
              <a:gd name="connsiteX4" fmla="*/ 939800 w 1041400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1400" h="6857999">
                <a:moveTo>
                  <a:pt x="939800" y="0"/>
                </a:moveTo>
                <a:lnTo>
                  <a:pt x="1041400" y="0"/>
                </a:lnTo>
                <a:lnTo>
                  <a:pt x="101600" y="6857999"/>
                </a:lnTo>
                <a:lnTo>
                  <a:pt x="0" y="6857999"/>
                </a:lnTo>
                <a:lnTo>
                  <a:pt x="939800" y="0"/>
                </a:lnTo>
                <a:close/>
              </a:path>
            </a:pathLst>
          </a:cu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2133601" y="1485900"/>
            <a:ext cx="5638800" cy="1162051"/>
          </a:xfrm>
          <a:prstGeom prst="rect">
            <a:avLst/>
          </a:prstGeom>
        </p:spPr>
        <p:txBody>
          <a:bodyPr lIns="0" tIns="0" rIns="0" bIns="50800" anchor="b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11" name="Graphic 28 format margin gutterc">
            <a:extLst>
              <a:ext uri="{FF2B5EF4-FFF2-40B4-BE49-F238E27FC236}">
                <a16:creationId xmlns:a16="http://schemas.microsoft.com/office/drawing/2014/main" id="{0C79A15A-0F45-A847-A578-3BA4270A7EE4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9" name="Text Placeholder 3 format margin gutterc">
            <a:extLst>
              <a:ext uri="{FF2B5EF4-FFF2-40B4-BE49-F238E27FC236}">
                <a16:creationId xmlns:a16="http://schemas.microsoft.com/office/drawing/2014/main" id="{0F04FDFA-41FD-124E-994E-9DAC3D60E1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33601" y="2847975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/>
            </a:lvl1pPr>
            <a:lvl2pPr>
              <a:spcBef>
                <a:spcPts val="738"/>
              </a:spcBef>
              <a:defRPr/>
            </a:lvl2pPr>
            <a:lvl3pPr>
              <a:spcBef>
                <a:spcPts val="738"/>
              </a:spcBef>
              <a:defRPr/>
            </a:lvl3pPr>
            <a:lvl4pPr>
              <a:spcBef>
                <a:spcPts val="738"/>
              </a:spcBef>
              <a:defRPr/>
            </a:lvl4pPr>
            <a:lvl5pPr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Text Placeholder 3 format margin gutterc">
            <a:extLst>
              <a:ext uri="{FF2B5EF4-FFF2-40B4-BE49-F238E27FC236}">
                <a16:creationId xmlns:a16="http://schemas.microsoft.com/office/drawing/2014/main" id="{FE5A3661-2706-3248-9BDA-843C7DA8FE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9200" y="1485900"/>
            <a:ext cx="609600" cy="1162052"/>
          </a:xfrm>
        </p:spPr>
        <p:txBody>
          <a:bodyPr lIns="0" tIns="152400" rIns="0" bIns="0"/>
          <a:lstStyle>
            <a:lvl1pPr algn="r">
              <a:lnSpc>
                <a:spcPct val="100000"/>
              </a:lnSpc>
              <a:spcBef>
                <a:spcPts val="0"/>
              </a:spcBef>
              <a:defRPr sz="8862" b="1" i="0">
                <a:solidFill>
                  <a:schemeClr val="accent1"/>
                </a:solidFill>
                <a:latin typeface="Arial Nova Condensed" panose="020B0506020202020204" pitchFamily="34" charset="0"/>
              </a:defRPr>
            </a:lvl1pPr>
            <a:lvl2pPr algn="r">
              <a:spcBef>
                <a:spcPts val="738"/>
              </a:spcBef>
              <a:defRPr/>
            </a:lvl2pPr>
            <a:lvl3pPr algn="r">
              <a:spcBef>
                <a:spcPts val="738"/>
              </a:spcBef>
              <a:defRPr/>
            </a:lvl3pPr>
            <a:lvl4pPr algn="r">
              <a:spcBef>
                <a:spcPts val="738"/>
              </a:spcBef>
              <a:defRPr/>
            </a:lvl4pPr>
            <a:lvl5pPr algn="r"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0916888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blan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98757800-BBD7-C542-B233-46880F1C7C41}"/>
              </a:ext>
            </a:extLst>
          </p:cNvPr>
          <p:cNvSpPr>
            <a:spLocks/>
          </p:cNvSpPr>
          <p:nvPr userDrawn="1"/>
        </p:nvSpPr>
        <p:spPr>
          <a:xfrm>
            <a:off x="3120293" y="-1"/>
            <a:ext cx="1281723" cy="6857999"/>
          </a:xfrm>
          <a:custGeom>
            <a:avLst/>
            <a:gdLst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0 w 1219200"/>
              <a:gd name="connsiteY6" fmla="*/ 6857999 h 6858000"/>
              <a:gd name="connsiteX7" fmla="*/ 114300 w 1219200"/>
              <a:gd name="connsiteY7" fmla="*/ 6857999 h 6858000"/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114300 w 1219200"/>
              <a:gd name="connsiteY6" fmla="*/ 6857999 h 6858000"/>
              <a:gd name="connsiteX7" fmla="*/ 1054100 w 1219200"/>
              <a:gd name="connsiteY7" fmla="*/ 0 h 6858000"/>
              <a:gd name="connsiteX0" fmla="*/ 939800 w 1104900"/>
              <a:gd name="connsiteY0" fmla="*/ 0 h 6858000"/>
              <a:gd name="connsiteX1" fmla="*/ 1041400 w 1104900"/>
              <a:gd name="connsiteY1" fmla="*/ 0 h 6858000"/>
              <a:gd name="connsiteX2" fmla="*/ 101600 w 1104900"/>
              <a:gd name="connsiteY2" fmla="*/ 6857999 h 6858000"/>
              <a:gd name="connsiteX3" fmla="*/ 1104900 w 1104900"/>
              <a:gd name="connsiteY3" fmla="*/ 6857999 h 6858000"/>
              <a:gd name="connsiteX4" fmla="*/ 1104900 w 1104900"/>
              <a:gd name="connsiteY4" fmla="*/ 6858000 h 6858000"/>
              <a:gd name="connsiteX5" fmla="*/ 0 w 1104900"/>
              <a:gd name="connsiteY5" fmla="*/ 6857999 h 6858000"/>
              <a:gd name="connsiteX6" fmla="*/ 939800 w 1104900"/>
              <a:gd name="connsiteY6" fmla="*/ 0 h 6858000"/>
              <a:gd name="connsiteX0" fmla="*/ 939800 w 1104900"/>
              <a:gd name="connsiteY0" fmla="*/ 0 h 6857999"/>
              <a:gd name="connsiteX1" fmla="*/ 1041400 w 1104900"/>
              <a:gd name="connsiteY1" fmla="*/ 0 h 6857999"/>
              <a:gd name="connsiteX2" fmla="*/ 101600 w 1104900"/>
              <a:gd name="connsiteY2" fmla="*/ 6857999 h 6857999"/>
              <a:gd name="connsiteX3" fmla="*/ 1104900 w 1104900"/>
              <a:gd name="connsiteY3" fmla="*/ 6857999 h 6857999"/>
              <a:gd name="connsiteX4" fmla="*/ 0 w 1104900"/>
              <a:gd name="connsiteY4" fmla="*/ 6857999 h 6857999"/>
              <a:gd name="connsiteX5" fmla="*/ 939800 w 1104900"/>
              <a:gd name="connsiteY5" fmla="*/ 0 h 6857999"/>
              <a:gd name="connsiteX0" fmla="*/ 939800 w 1041400"/>
              <a:gd name="connsiteY0" fmla="*/ 0 h 6857999"/>
              <a:gd name="connsiteX1" fmla="*/ 1041400 w 1041400"/>
              <a:gd name="connsiteY1" fmla="*/ 0 h 6857999"/>
              <a:gd name="connsiteX2" fmla="*/ 101600 w 1041400"/>
              <a:gd name="connsiteY2" fmla="*/ 6857999 h 6857999"/>
              <a:gd name="connsiteX3" fmla="*/ 0 w 1041400"/>
              <a:gd name="connsiteY3" fmla="*/ 6857999 h 6857999"/>
              <a:gd name="connsiteX4" fmla="*/ 939800 w 1041400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1400" h="6857999">
                <a:moveTo>
                  <a:pt x="939800" y="0"/>
                </a:moveTo>
                <a:lnTo>
                  <a:pt x="1041400" y="0"/>
                </a:lnTo>
                <a:lnTo>
                  <a:pt x="101600" y="6857999"/>
                </a:lnTo>
                <a:lnTo>
                  <a:pt x="0" y="6857999"/>
                </a:lnTo>
                <a:lnTo>
                  <a:pt x="939800" y="0"/>
                </a:lnTo>
                <a:close/>
              </a:path>
            </a:pathLst>
          </a:cu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ED733986-7B1D-EF47-8386-49C08D62F4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323862" cy="6858000"/>
          </a:xfrm>
          <a:custGeom>
            <a:avLst/>
            <a:gdLst>
              <a:gd name="connsiteX0" fmla="*/ 0 w 3513138"/>
              <a:gd name="connsiteY0" fmla="*/ 0 h 6858000"/>
              <a:gd name="connsiteX1" fmla="*/ 3513138 w 3513138"/>
              <a:gd name="connsiteY1" fmla="*/ 0 h 6858000"/>
              <a:gd name="connsiteX2" fmla="*/ 2573338 w 3513138"/>
              <a:gd name="connsiteY2" fmla="*/ 6858000 h 6858000"/>
              <a:gd name="connsiteX3" fmla="*/ 0 w 35131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8" h="6858000">
                <a:moveTo>
                  <a:pt x="0" y="0"/>
                </a:moveTo>
                <a:lnTo>
                  <a:pt x="3513138" y="0"/>
                </a:lnTo>
                <a:lnTo>
                  <a:pt x="257333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ED6"/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fr-FR"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 algn="ctr"/>
            <a:r>
              <a:rPr lang="fr-FR"/>
              <a:t>Cliquez sur l'icône pour ajouter une image</a:t>
            </a:r>
          </a:p>
        </p:txBody>
      </p:sp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485900"/>
            <a:ext cx="5638800" cy="1162051"/>
          </a:xfrm>
          <a:prstGeom prst="rect">
            <a:avLst/>
          </a:prstGeom>
        </p:spPr>
        <p:txBody>
          <a:bodyPr lIns="0" tIns="0" rIns="0" bIns="50800" anchor="b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27" name="Graphic 28 format margin gutterc">
            <a:extLst>
              <a:ext uri="{FF2B5EF4-FFF2-40B4-BE49-F238E27FC236}">
                <a16:creationId xmlns:a16="http://schemas.microsoft.com/office/drawing/2014/main" id="{5AC8C489-7920-E246-9DDF-8FD71881F3E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9" name="Text Placeholder 3 format margin gutterc">
            <a:extLst>
              <a:ext uri="{FF2B5EF4-FFF2-40B4-BE49-F238E27FC236}">
                <a16:creationId xmlns:a16="http://schemas.microsoft.com/office/drawing/2014/main" id="{BB3CA717-BB0C-7E4F-B6CF-4C89B5A07C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99" y="2847975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>
                <a:solidFill>
                  <a:schemeClr val="accent3"/>
                </a:solidFill>
              </a:defRPr>
            </a:lvl1pPr>
            <a:lvl2pPr>
              <a:spcBef>
                <a:spcPts val="738"/>
              </a:spcBef>
              <a:defRPr>
                <a:solidFill>
                  <a:schemeClr val="accent3"/>
                </a:solidFill>
              </a:defRPr>
            </a:lvl2pPr>
            <a:lvl3pPr>
              <a:spcBef>
                <a:spcPts val="738"/>
              </a:spcBef>
              <a:defRPr>
                <a:solidFill>
                  <a:schemeClr val="accent3"/>
                </a:solidFill>
              </a:defRPr>
            </a:lvl3pPr>
            <a:lvl4pPr>
              <a:spcBef>
                <a:spcPts val="738"/>
              </a:spcBef>
              <a:defRPr>
                <a:solidFill>
                  <a:schemeClr val="accent3"/>
                </a:solidFill>
              </a:defRPr>
            </a:lvl4pPr>
            <a:lvl5pPr>
              <a:spcBef>
                <a:spcPts val="738"/>
              </a:spcBef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Text Placeholder 3 format margin gutterc">
            <a:extLst>
              <a:ext uri="{FF2B5EF4-FFF2-40B4-BE49-F238E27FC236}">
                <a16:creationId xmlns:a16="http://schemas.microsoft.com/office/drawing/2014/main" id="{9711D448-2844-434F-B0E8-B28D889DEB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5908" y="1485900"/>
            <a:ext cx="609600" cy="1162052"/>
          </a:xfrm>
        </p:spPr>
        <p:txBody>
          <a:bodyPr lIns="0" tIns="152400" rIns="0" bIns="0"/>
          <a:lstStyle>
            <a:lvl1pPr algn="r">
              <a:lnSpc>
                <a:spcPct val="100000"/>
              </a:lnSpc>
              <a:spcBef>
                <a:spcPts val="0"/>
              </a:spcBef>
              <a:defRPr sz="8862" b="1" i="0">
                <a:solidFill>
                  <a:schemeClr val="accent1"/>
                </a:solidFill>
                <a:latin typeface="Arial Nova Condensed" panose="020B0506020202020204" pitchFamily="34" charset="0"/>
              </a:defRPr>
            </a:lvl1pPr>
            <a:lvl2pPr algn="r">
              <a:spcBef>
                <a:spcPts val="738"/>
              </a:spcBef>
              <a:defRPr/>
            </a:lvl2pPr>
            <a:lvl3pPr algn="r">
              <a:spcBef>
                <a:spcPts val="738"/>
              </a:spcBef>
              <a:defRPr/>
            </a:lvl3pPr>
            <a:lvl4pPr algn="r">
              <a:spcBef>
                <a:spcPts val="738"/>
              </a:spcBef>
              <a:defRPr/>
            </a:lvl4pPr>
            <a:lvl5pPr algn="r"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042270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 format">
            <a:extLst>
              <a:ext uri="{FF2B5EF4-FFF2-40B4-BE49-F238E27FC236}">
                <a16:creationId xmlns:a16="http://schemas.microsoft.com/office/drawing/2014/main" id="{265859CB-C37C-1742-97FD-01F13AFC8CEB}"/>
              </a:ext>
            </a:extLst>
          </p:cNvPr>
          <p:cNvSpPr/>
          <p:nvPr userDrawn="1"/>
        </p:nvSpPr>
        <p:spPr>
          <a:xfrm>
            <a:off x="0" y="1795465"/>
            <a:ext cx="12192000" cy="32813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pic>
        <p:nvPicPr>
          <p:cNvPr id="31" name="cover-ornament format margin gutterc">
            <a:extLst>
              <a:ext uri="{FF2B5EF4-FFF2-40B4-BE49-F238E27FC236}">
                <a16:creationId xmlns:a16="http://schemas.microsoft.com/office/drawing/2014/main" id="{5B4E91F2-39ED-FA49-9C80-27B4DDCEC3D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1925639"/>
            <a:ext cx="3333750" cy="3033713"/>
          </a:xfrm>
          <a:prstGeom prst="rect">
            <a:avLst/>
          </a:prstGeom>
        </p:spPr>
      </p:pic>
      <p:sp>
        <p:nvSpPr>
          <p:cNvPr id="11" name="Freeform 17 format margin gutterc">
            <a:extLst>
              <a:ext uri="{FF2B5EF4-FFF2-40B4-BE49-F238E27FC236}">
                <a16:creationId xmlns:a16="http://schemas.microsoft.com/office/drawing/2014/main" id="{2EECA1CC-953B-6E47-B4EF-9BE2CA9399B4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620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2" name="Freeform 17 format margin gutterc">
            <a:extLst>
              <a:ext uri="{FF2B5EF4-FFF2-40B4-BE49-F238E27FC236}">
                <a16:creationId xmlns:a16="http://schemas.microsoft.com/office/drawing/2014/main" id="{4E442010-44B8-9A47-95FF-748F219C909E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25908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3" name="Freeform 17 format margin gutterc">
            <a:extLst>
              <a:ext uri="{FF2B5EF4-FFF2-40B4-BE49-F238E27FC236}">
                <a16:creationId xmlns:a16="http://schemas.microsoft.com/office/drawing/2014/main" id="{3FD7A1A6-F486-5640-B402-57DBE5F587BE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4196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4" name="Freeform 17 format margin gutterc">
            <a:extLst>
              <a:ext uri="{FF2B5EF4-FFF2-40B4-BE49-F238E27FC236}">
                <a16:creationId xmlns:a16="http://schemas.microsoft.com/office/drawing/2014/main" id="{D21DB537-3BDB-D949-ACFF-2D69AFFD8782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80772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 anchor="b"/>
          <a:lstStyle>
            <a:lvl1pPr algn="ctr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15" name="Freeform 17 format margin gutterc">
            <a:extLst>
              <a:ext uri="{FF2B5EF4-FFF2-40B4-BE49-F238E27FC236}">
                <a16:creationId xmlns:a16="http://schemas.microsoft.com/office/drawing/2014/main" id="{C8B33996-D2D7-4748-9B10-9F13CC5703B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2484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6" name="Freeform 17 format margin gutterc">
            <a:extLst>
              <a:ext uri="{FF2B5EF4-FFF2-40B4-BE49-F238E27FC236}">
                <a16:creationId xmlns:a16="http://schemas.microsoft.com/office/drawing/2014/main" id="{1DCC4865-0E77-3640-8B64-EE961744993B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99060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9" name="Content Placeholder 6 format margin gutterc">
            <a:extLst>
              <a:ext uri="{FF2B5EF4-FFF2-40B4-BE49-F238E27FC236}">
                <a16:creationId xmlns:a16="http://schemas.microsoft.com/office/drawing/2014/main" id="{BA92B959-A7D4-5F47-B4BA-331D99482BC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1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0" name="Content Placeholder 6 format margin gutterc">
            <a:extLst>
              <a:ext uri="{FF2B5EF4-FFF2-40B4-BE49-F238E27FC236}">
                <a16:creationId xmlns:a16="http://schemas.microsoft.com/office/drawing/2014/main" id="{EBB1DCF6-986C-7648-9B50-73A05AE6931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590800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1" name="Content Placeholder 6 format margin gutterc">
            <a:extLst>
              <a:ext uri="{FF2B5EF4-FFF2-40B4-BE49-F238E27FC236}">
                <a16:creationId xmlns:a16="http://schemas.microsoft.com/office/drawing/2014/main" id="{68475B63-D928-8C4A-AC48-14FB3BBDB5D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419599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2" name="Content Placeholder 6 format margin gutterc">
            <a:extLst>
              <a:ext uri="{FF2B5EF4-FFF2-40B4-BE49-F238E27FC236}">
                <a16:creationId xmlns:a16="http://schemas.microsoft.com/office/drawing/2014/main" id="{9AC8F2DF-5D23-9B48-8B24-1483A62E363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248398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3" name="Content Placeholder 6 format margin gutterc">
            <a:extLst>
              <a:ext uri="{FF2B5EF4-FFF2-40B4-BE49-F238E27FC236}">
                <a16:creationId xmlns:a16="http://schemas.microsoft.com/office/drawing/2014/main" id="{C9468E61-67E7-9C48-82DC-4CC07F2A0F42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077196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4" name="Content Placeholder 6 format margin gutterc">
            <a:extLst>
              <a:ext uri="{FF2B5EF4-FFF2-40B4-BE49-F238E27FC236}">
                <a16:creationId xmlns:a16="http://schemas.microsoft.com/office/drawing/2014/main" id="{1AD07108-1C6D-FA43-BFB1-BC6D7C3FFED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9905995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5" name="Content Placeholder 6 format margin gutterc">
            <a:extLst>
              <a:ext uri="{FF2B5EF4-FFF2-40B4-BE49-F238E27FC236}">
                <a16:creationId xmlns:a16="http://schemas.microsoft.com/office/drawing/2014/main" id="{A62D0468-D860-A548-A221-FCA1783B5AC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620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6" name="Content Placeholder 6 format margin gutterc">
            <a:extLst>
              <a:ext uri="{FF2B5EF4-FFF2-40B4-BE49-F238E27FC236}">
                <a16:creationId xmlns:a16="http://schemas.microsoft.com/office/drawing/2014/main" id="{AA49DD3D-5335-1C49-88DC-F65190B6FCA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5908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7" name="Content Placeholder 6 format margin gutterc">
            <a:extLst>
              <a:ext uri="{FF2B5EF4-FFF2-40B4-BE49-F238E27FC236}">
                <a16:creationId xmlns:a16="http://schemas.microsoft.com/office/drawing/2014/main" id="{04390093-F449-A04E-837C-A1F39C13E00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4196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8" name="Content Placeholder 6 format margin gutterc">
            <a:extLst>
              <a:ext uri="{FF2B5EF4-FFF2-40B4-BE49-F238E27FC236}">
                <a16:creationId xmlns:a16="http://schemas.microsoft.com/office/drawing/2014/main" id="{CB59CAC3-6DC9-A540-8E99-AD02BFAD87F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2484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9" name="Content Placeholder 6 format margin gutterc">
            <a:extLst>
              <a:ext uri="{FF2B5EF4-FFF2-40B4-BE49-F238E27FC236}">
                <a16:creationId xmlns:a16="http://schemas.microsoft.com/office/drawing/2014/main" id="{A6B3AEBD-4CF0-7749-AFB7-09AE9433D1C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80772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30" name="Content Placeholder 6 format margin gutterc">
            <a:extLst>
              <a:ext uri="{FF2B5EF4-FFF2-40B4-BE49-F238E27FC236}">
                <a16:creationId xmlns:a16="http://schemas.microsoft.com/office/drawing/2014/main" id="{39707EEB-B7E2-C742-A1CB-5D23DD677D2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99060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53986333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 format margin gutterc">
            <a:extLst>
              <a:ext uri="{FF2B5EF4-FFF2-40B4-BE49-F238E27FC236}">
                <a16:creationId xmlns:a16="http://schemas.microsoft.com/office/drawing/2014/main" id="{CD6BDCBD-866E-6B4F-8A04-3689BE108620}"/>
              </a:ext>
            </a:extLst>
          </p:cNvPr>
          <p:cNvSpPr txBox="1"/>
          <p:nvPr userDrawn="1"/>
        </p:nvSpPr>
        <p:spPr>
          <a:xfrm>
            <a:off x="4876801" y="144650"/>
            <a:ext cx="6553200" cy="309563"/>
          </a:xfrm>
          <a:prstGeom prst="rect">
            <a:avLst/>
          </a:prstGeom>
          <a:noFill/>
        </p:spPr>
        <p:txBody>
          <a:bodyPr wrap="square" lIns="93785" tIns="93785" rIns="93785" bIns="93785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fr-FR" sz="1231" b="1">
                <a:solidFill>
                  <a:srgbClr val="00313F"/>
                </a:solidFill>
                <a:latin typeface="Arial Nova Condensed" panose="020B0506020202020204" pitchFamily="34" charset="0"/>
              </a:rPr>
              <a:t>Expériences significatives</a:t>
            </a:r>
          </a:p>
        </p:txBody>
      </p:sp>
      <p:sp>
        <p:nvSpPr>
          <p:cNvPr id="21" name="Rectangle 14 format margin gutterc">
            <a:extLst>
              <a:ext uri="{FF2B5EF4-FFF2-40B4-BE49-F238E27FC236}">
                <a16:creationId xmlns:a16="http://schemas.microsoft.com/office/drawing/2014/main" id="{216A2830-1885-8A46-A1B8-F526FF93374F}"/>
              </a:ext>
            </a:extLst>
          </p:cNvPr>
          <p:cNvSpPr/>
          <p:nvPr userDrawn="1"/>
        </p:nvSpPr>
        <p:spPr>
          <a:xfrm>
            <a:off x="4876801" y="5660839"/>
            <a:ext cx="6553200" cy="10732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70000"/>
              </a:lnSpc>
            </a:pPr>
            <a:endParaRPr lang="fr-FR" sz="1477">
              <a:solidFill>
                <a:srgbClr val="FFFFFF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1" name="Rectangle 3 format margin">
            <a:extLst>
              <a:ext uri="{FF2B5EF4-FFF2-40B4-BE49-F238E27FC236}">
                <a16:creationId xmlns:a16="http://schemas.microsoft.com/office/drawing/2014/main" id="{19DCBC0E-D634-F54F-97B8-A92F916EE8ED}"/>
              </a:ext>
            </a:extLst>
          </p:cNvPr>
          <p:cNvSpPr/>
          <p:nvPr userDrawn="1"/>
        </p:nvSpPr>
        <p:spPr>
          <a:xfrm>
            <a:off x="609601" y="0"/>
            <a:ext cx="4114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pic>
        <p:nvPicPr>
          <p:cNvPr id="33" name="cover-ornament format margin gutterc">
            <a:extLst>
              <a:ext uri="{FF2B5EF4-FFF2-40B4-BE49-F238E27FC236}">
                <a16:creationId xmlns:a16="http://schemas.microsoft.com/office/drawing/2014/main" id="{B71834C8-3C80-7A4B-B135-E12F8C1C5E19}"/>
              </a:ext>
            </a:extLst>
          </p:cNvPr>
          <p:cNvPicPr>
            <a:picLocks/>
          </p:cNvPicPr>
          <p:nvPr userDrawn="1"/>
        </p:nvPicPr>
        <p:blipFill>
          <a:blip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34001" y="144649"/>
            <a:ext cx="2466000" cy="246598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19" name="Content Placeholder 6 format margin gutterc">
            <a:extLst>
              <a:ext uri="{FF2B5EF4-FFF2-40B4-BE49-F238E27FC236}">
                <a16:creationId xmlns:a16="http://schemas.microsoft.com/office/drawing/2014/main" id="{BA92B959-A7D4-5F47-B4BA-331D99482BC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1" y="4148139"/>
            <a:ext cx="3810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5" name="Content Placeholder 6 format margin gutterc">
            <a:extLst>
              <a:ext uri="{FF2B5EF4-FFF2-40B4-BE49-F238E27FC236}">
                <a16:creationId xmlns:a16="http://schemas.microsoft.com/office/drawing/2014/main" id="{A62D0468-D860-A548-A221-FCA1783B5AC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62001" y="4767263"/>
            <a:ext cx="3810000" cy="14859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231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231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231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231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231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" name="Titre 1 format margin gutterc"/>
          <p:cNvSpPr>
            <a:spLocks noGrp="1"/>
          </p:cNvSpPr>
          <p:nvPr>
            <p:ph type="title" hasCustomPrompt="1"/>
          </p:nvPr>
        </p:nvSpPr>
        <p:spPr>
          <a:xfrm>
            <a:off x="762001" y="3529014"/>
            <a:ext cx="3810000" cy="619125"/>
          </a:xfrm>
        </p:spPr>
        <p:txBody>
          <a:bodyPr lIns="0" tIns="0" rIns="0" bIns="0" anchor="ctr">
            <a:normAutofit/>
          </a:bodyPr>
          <a:lstStyle>
            <a:lvl1pPr algn="ctr">
              <a:defRPr sz="2215" b="1" i="0">
                <a:solidFill>
                  <a:schemeClr val="bg1"/>
                </a:solidFill>
                <a:uFillTx/>
                <a:latin typeface="Arial Nova Condensed" panose="020B0506020202020204" pitchFamily="34" charset="0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32" name="Text Placeholder 7 format margin gutterc">
            <a:extLst>
              <a:ext uri="{FF2B5EF4-FFF2-40B4-BE49-F238E27FC236}">
                <a16:creationId xmlns:a16="http://schemas.microsoft.com/office/drawing/2014/main" id="{6C0EB681-2BED-464C-8537-0F482E2987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76801" y="619123"/>
            <a:ext cx="6553200" cy="4148138"/>
          </a:xfrm>
        </p:spPr>
        <p:txBody>
          <a:bodyPr lIns="76200" tIns="76200" rIns="76200" bIns="76200" anchor="t">
            <a:normAutofit/>
          </a:bodyPr>
          <a:lstStyle>
            <a:lvl1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1pPr>
            <a:lvl2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2pPr>
            <a:lvl3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3pPr>
            <a:lvl4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4pPr>
            <a:lvl5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grpSp>
        <p:nvGrpSpPr>
          <p:cNvPr id="4" name="Group 3 format margin gutterc">
            <a:extLst>
              <a:ext uri="{FF2B5EF4-FFF2-40B4-BE49-F238E27FC236}">
                <a16:creationId xmlns:a16="http://schemas.microsoft.com/office/drawing/2014/main" id="{263264AB-1798-734E-B2B0-B1C839EC105D}"/>
              </a:ext>
            </a:extLst>
          </p:cNvPr>
          <p:cNvGrpSpPr/>
          <p:nvPr userDrawn="1"/>
        </p:nvGrpSpPr>
        <p:grpSpPr>
          <a:xfrm>
            <a:off x="4876801" y="5351276"/>
            <a:ext cx="6553200" cy="309564"/>
            <a:chOff x="3962400" y="309563"/>
            <a:chExt cx="1609725" cy="309564"/>
          </a:xfrm>
        </p:grpSpPr>
        <p:sp>
          <p:nvSpPr>
            <p:cNvPr id="22" name="Rectangle 1 format margin gutterc">
              <a:extLst>
                <a:ext uri="{FF2B5EF4-FFF2-40B4-BE49-F238E27FC236}">
                  <a16:creationId xmlns:a16="http://schemas.microsoft.com/office/drawing/2014/main" id="{61F61A3B-5E69-6442-8896-FB160394E819}"/>
                </a:ext>
              </a:extLst>
            </p:cNvPr>
            <p:cNvSpPr/>
            <p:nvPr userDrawn="1"/>
          </p:nvSpPr>
          <p:spPr>
            <a:xfrm>
              <a:off x="3962400" y="309564"/>
              <a:ext cx="1609725" cy="30956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fr-FR" sz="2215" b="1">
                <a:solidFill>
                  <a:srgbClr val="FFFFFF"/>
                </a:solidFill>
                <a:latin typeface="Arial Nova Condensed" panose="020B0506020202020204" pitchFamily="34" charset="0"/>
              </a:endParaRPr>
            </a:p>
          </p:txBody>
        </p:sp>
        <p:sp>
          <p:nvSpPr>
            <p:cNvPr id="3" name="TextBox 2 format margin gutterc">
              <a:extLst>
                <a:ext uri="{FF2B5EF4-FFF2-40B4-BE49-F238E27FC236}">
                  <a16:creationId xmlns:a16="http://schemas.microsoft.com/office/drawing/2014/main" id="{00C9EC7A-4A5F-4C4C-A5EE-BD7ED5C7F3F8}"/>
                </a:ext>
              </a:extLst>
            </p:cNvPr>
            <p:cNvSpPr txBox="1"/>
            <p:nvPr userDrawn="1"/>
          </p:nvSpPr>
          <p:spPr>
            <a:xfrm>
              <a:off x="3962400" y="309563"/>
              <a:ext cx="1609725" cy="30956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fr-FR" sz="1231" b="1">
                  <a:solidFill>
                    <a:srgbClr val="FFFFFF"/>
                  </a:solidFill>
                  <a:latin typeface="Arial Nova Condensed" panose="020B0506020202020204" pitchFamily="34" charset="0"/>
                </a:rPr>
                <a:t>Compétences </a:t>
              </a:r>
            </a:p>
          </p:txBody>
        </p:sp>
      </p:grpSp>
      <p:sp>
        <p:nvSpPr>
          <p:cNvPr id="12" name="Text Placeholder 7 format margin gutterc">
            <a:extLst>
              <a:ext uri="{FF2B5EF4-FFF2-40B4-BE49-F238E27FC236}">
                <a16:creationId xmlns:a16="http://schemas.microsoft.com/office/drawing/2014/main" id="{A0E2CA01-8DA0-B840-8956-178889D6493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76807" y="5660839"/>
            <a:ext cx="6553200" cy="1052513"/>
          </a:xfrm>
        </p:spPr>
        <p:txBody>
          <a:bodyPr lIns="76200" tIns="76200" rIns="76200" bIns="76200" numCol="2" spcCol="360000" anchor="t"/>
          <a:lstStyle>
            <a:lvl1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67816566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ver-ornament format margin gutterc">
            <a:extLst>
              <a:ext uri="{FF2B5EF4-FFF2-40B4-BE49-F238E27FC236}">
                <a16:creationId xmlns:a16="http://schemas.microsoft.com/office/drawing/2014/main" id="{80F5F324-89D6-474D-8181-E7A80454C70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1912145"/>
            <a:ext cx="3335529" cy="3033713"/>
          </a:xfrm>
          <a:prstGeom prst="rect">
            <a:avLst/>
          </a:prstGeom>
        </p:spPr>
      </p:pic>
      <p:sp>
        <p:nvSpPr>
          <p:cNvPr id="14" name="Rectangle 3 format margin gutterc">
            <a:extLst>
              <a:ext uri="{FF2B5EF4-FFF2-40B4-BE49-F238E27FC236}">
                <a16:creationId xmlns:a16="http://schemas.microsoft.com/office/drawing/2014/main" id="{468487F4-25F4-5D45-9FE5-5B056167F99A}"/>
              </a:ext>
            </a:extLst>
          </p:cNvPr>
          <p:cNvSpPr/>
          <p:nvPr userDrawn="1"/>
        </p:nvSpPr>
        <p:spPr>
          <a:xfrm>
            <a:off x="3962402" y="0"/>
            <a:ext cx="2895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2" name="Title 1 format margin gutterc">
            <a:extLst>
              <a:ext uri="{FF2B5EF4-FFF2-40B4-BE49-F238E27FC236}">
                <a16:creationId xmlns:a16="http://schemas.microsoft.com/office/drawing/2014/main" id="{FE2EF98B-1ED3-C943-B7F1-8D78F0D28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476500"/>
            <a:ext cx="3352800" cy="866775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66E51A-88A9-F643-A1CC-A94E18174F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11" name="Picture Placeholder 2 format margin gutterc padding">
            <a:extLst>
              <a:ext uri="{FF2B5EF4-FFF2-40B4-BE49-F238E27FC236}">
                <a16:creationId xmlns:a16="http://schemas.microsoft.com/office/drawing/2014/main" id="{CAAE0AFF-8DDF-7849-9714-1BB0CCBEA8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91001" y="2438400"/>
            <a:ext cx="2438400" cy="1981200"/>
          </a:xfrm>
          <a:solidFill>
            <a:srgbClr val="FFFED6"/>
          </a:solidFill>
        </p:spPr>
        <p:txBody>
          <a:bodyPr anchor="ctr">
            <a:normAutofit/>
          </a:bodyPr>
          <a:lstStyle>
            <a:lvl1pPr algn="ctr">
              <a:defRPr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2" name="Text Placeholder 7 format margin gutterc">
            <a:extLst>
              <a:ext uri="{FF2B5EF4-FFF2-40B4-BE49-F238E27FC236}">
                <a16:creationId xmlns:a16="http://schemas.microsoft.com/office/drawing/2014/main" id="{41F2EBD5-FEEC-D040-A88D-FFD9A51FF5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91001" y="495300"/>
            <a:ext cx="2438400" cy="1733550"/>
          </a:xfrm>
        </p:spPr>
        <p:txBody>
          <a:bodyPr lIns="0" tIns="0" rIns="0" bIns="0" anchor="b"/>
          <a:lstStyle>
            <a:lvl1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2pPr>
            <a:lvl3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3pPr>
            <a:lvl4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4pPr>
            <a:lvl5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Text Placeholder 7 format margin gutterc">
            <a:extLst>
              <a:ext uri="{FF2B5EF4-FFF2-40B4-BE49-F238E27FC236}">
                <a16:creationId xmlns:a16="http://schemas.microsoft.com/office/drawing/2014/main" id="{334240BB-851A-DC43-8EE0-6C18AEBE62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1001" y="4643438"/>
            <a:ext cx="2438400" cy="1733550"/>
          </a:xfrm>
        </p:spPr>
        <p:txBody>
          <a:bodyPr lIns="0" tIns="0" rIns="0" bIns="0" anchor="t"/>
          <a:lstStyle>
            <a:lvl1pPr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2pPr>
            <a:lvl3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3pPr>
            <a:lvl4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4pPr>
            <a:lvl5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97566804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uverture ble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671639"/>
            <a:ext cx="5638800" cy="1547813"/>
          </a:xfrm>
          <a:prstGeom prst="rect">
            <a:avLst/>
          </a:prstGeom>
        </p:spPr>
        <p:txBody>
          <a:bodyPr lIns="0" tIns="0" rIns="0" bIns="50800" anchor="ctr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cxnSp>
        <p:nvCxnSpPr>
          <p:cNvPr id="5" name="Straight Connector 3 format margin gutterc">
            <a:extLst>
              <a:ext uri="{FF2B5EF4-FFF2-40B4-BE49-F238E27FC236}">
                <a16:creationId xmlns:a16="http://schemas.microsoft.com/office/drawing/2014/main" id="{186E63E4-DEA7-0148-A4AE-FBA12CB0D623}"/>
              </a:ext>
            </a:extLst>
          </p:cNvPr>
          <p:cNvCxnSpPr/>
          <p:nvPr userDrawn="1"/>
        </p:nvCxnSpPr>
        <p:spPr>
          <a:xfrm>
            <a:off x="5334001" y="4333875"/>
            <a:ext cx="5638800" cy="0"/>
          </a:xfrm>
          <a:prstGeom prst="line">
            <a:avLst/>
          </a:prstGeom>
          <a:ln w="127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28 format margin gutterc">
            <a:extLst>
              <a:ext uri="{FF2B5EF4-FFF2-40B4-BE49-F238E27FC236}">
                <a16:creationId xmlns:a16="http://schemas.microsoft.com/office/drawing/2014/main" id="{4ADA52EE-E510-E34F-AE4E-CA4ED0FA0C2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7" name="Text Placeholder 3 format margin gutterc">
            <a:extLst>
              <a:ext uri="{FF2B5EF4-FFF2-40B4-BE49-F238E27FC236}">
                <a16:creationId xmlns:a16="http://schemas.microsoft.com/office/drawing/2014/main" id="{DF4092AF-D06C-9A4B-9EE3-8D6767FD42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9" y="4457701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/>
            </a:lvl1pPr>
            <a:lvl2pPr>
              <a:spcBef>
                <a:spcPts val="738"/>
              </a:spcBef>
              <a:defRPr/>
            </a:lvl2pPr>
            <a:lvl3pPr>
              <a:spcBef>
                <a:spcPts val="738"/>
              </a:spcBef>
              <a:defRPr/>
            </a:lvl3pPr>
            <a:lvl4pPr>
              <a:spcBef>
                <a:spcPts val="738"/>
              </a:spcBef>
              <a:defRPr/>
            </a:lvl4pPr>
            <a:lvl5pPr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90A165-9E8D-4348-B754-E21D8DEFC9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2" y="928690"/>
            <a:ext cx="3335140" cy="303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942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uvertur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93B4FE-0D36-1C4F-A456-ACBB52739C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671639"/>
            <a:ext cx="5638800" cy="1547813"/>
          </a:xfrm>
          <a:prstGeom prst="rect">
            <a:avLst/>
          </a:prstGeom>
        </p:spPr>
        <p:txBody>
          <a:bodyPr lIns="0" tIns="0" rIns="0" bIns="50800" anchor="ctr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9" name="cover-ornament format margin gutterc">
            <a:extLst>
              <a:ext uri="{FF2B5EF4-FFF2-40B4-BE49-F238E27FC236}">
                <a16:creationId xmlns:a16="http://schemas.microsoft.com/office/drawing/2014/main" id="{81AE62B9-4DD7-D743-AD59-0C43090E897B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200" y="928689"/>
            <a:ext cx="3335529" cy="3033713"/>
          </a:xfrm>
          <a:prstGeom prst="rect">
            <a:avLst/>
          </a:prstGeom>
        </p:spPr>
      </p:pic>
      <p:cxnSp>
        <p:nvCxnSpPr>
          <p:cNvPr id="10" name="Straight Connector 3 format margin gutterc">
            <a:extLst>
              <a:ext uri="{FF2B5EF4-FFF2-40B4-BE49-F238E27FC236}">
                <a16:creationId xmlns:a16="http://schemas.microsoft.com/office/drawing/2014/main" id="{E4B4149A-23A2-FB46-82A1-C4483BEA50C5}"/>
              </a:ext>
            </a:extLst>
          </p:cNvPr>
          <p:cNvCxnSpPr/>
          <p:nvPr userDrawn="1"/>
        </p:nvCxnSpPr>
        <p:spPr>
          <a:xfrm>
            <a:off x="5334001" y="4333875"/>
            <a:ext cx="5638800" cy="0"/>
          </a:xfrm>
          <a:prstGeom prst="line">
            <a:avLst/>
          </a:prstGeom>
          <a:ln w="127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28 format margin gutterc">
            <a:extLst>
              <a:ext uri="{FF2B5EF4-FFF2-40B4-BE49-F238E27FC236}">
                <a16:creationId xmlns:a16="http://schemas.microsoft.com/office/drawing/2014/main" id="{A1E62A9A-ADD1-E84B-92B9-2450EFA8140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4" name="Text Placeholder 3 format margin gutterc">
            <a:extLst>
              <a:ext uri="{FF2B5EF4-FFF2-40B4-BE49-F238E27FC236}">
                <a16:creationId xmlns:a16="http://schemas.microsoft.com/office/drawing/2014/main" id="{224D1236-3475-8643-ADF6-BE227CE4C7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9" y="4457701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/>
            </a:lvl1pPr>
            <a:lvl2pPr>
              <a:spcBef>
                <a:spcPts val="738"/>
              </a:spcBef>
              <a:defRPr/>
            </a:lvl2pPr>
            <a:lvl3pPr>
              <a:spcBef>
                <a:spcPts val="738"/>
              </a:spcBef>
              <a:defRPr/>
            </a:lvl3pPr>
            <a:lvl4pPr>
              <a:spcBef>
                <a:spcPts val="738"/>
              </a:spcBef>
              <a:defRPr/>
            </a:lvl4pPr>
            <a:lvl5pPr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809542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section ble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ED733986-7B1D-EF47-8386-49C08D62F4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323862" cy="6858000"/>
          </a:xfrm>
          <a:custGeom>
            <a:avLst/>
            <a:gdLst>
              <a:gd name="connsiteX0" fmla="*/ 0 w 3513138"/>
              <a:gd name="connsiteY0" fmla="*/ 0 h 6858000"/>
              <a:gd name="connsiteX1" fmla="*/ 3513138 w 3513138"/>
              <a:gd name="connsiteY1" fmla="*/ 0 h 6858000"/>
              <a:gd name="connsiteX2" fmla="*/ 2573338 w 3513138"/>
              <a:gd name="connsiteY2" fmla="*/ 6858000 h 6858000"/>
              <a:gd name="connsiteX3" fmla="*/ 0 w 35131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8" h="6858000">
                <a:moveTo>
                  <a:pt x="0" y="0"/>
                </a:moveTo>
                <a:lnTo>
                  <a:pt x="3513138" y="0"/>
                </a:lnTo>
                <a:lnTo>
                  <a:pt x="2573338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vert="horz" wrap="square" lIns="0" tIns="0" rIns="0" bIns="0" rtlCol="0" anchor="ctr">
            <a:noAutofit/>
          </a:bodyPr>
          <a:lstStyle>
            <a:lvl1pPr>
              <a:defRPr lang="fr-FR"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 algn="ctr"/>
            <a:r>
              <a:rPr lang="fr-FR"/>
              <a:t>Cliquez sur l'icône pour ajouter une image</a:t>
            </a: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FDB77C8-973F-8543-A407-EF0C77E5D51E}"/>
              </a:ext>
            </a:extLst>
          </p:cNvPr>
          <p:cNvSpPr>
            <a:spLocks/>
          </p:cNvSpPr>
          <p:nvPr userDrawn="1"/>
        </p:nvSpPr>
        <p:spPr>
          <a:xfrm>
            <a:off x="3120293" y="-1"/>
            <a:ext cx="1281723" cy="6857999"/>
          </a:xfrm>
          <a:custGeom>
            <a:avLst/>
            <a:gdLst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0 w 1219200"/>
              <a:gd name="connsiteY6" fmla="*/ 6857999 h 6858000"/>
              <a:gd name="connsiteX7" fmla="*/ 114300 w 1219200"/>
              <a:gd name="connsiteY7" fmla="*/ 6857999 h 6858000"/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114300 w 1219200"/>
              <a:gd name="connsiteY6" fmla="*/ 6857999 h 6858000"/>
              <a:gd name="connsiteX7" fmla="*/ 1054100 w 1219200"/>
              <a:gd name="connsiteY7" fmla="*/ 0 h 6858000"/>
              <a:gd name="connsiteX0" fmla="*/ 939800 w 1104900"/>
              <a:gd name="connsiteY0" fmla="*/ 0 h 6858000"/>
              <a:gd name="connsiteX1" fmla="*/ 1041400 w 1104900"/>
              <a:gd name="connsiteY1" fmla="*/ 0 h 6858000"/>
              <a:gd name="connsiteX2" fmla="*/ 101600 w 1104900"/>
              <a:gd name="connsiteY2" fmla="*/ 6857999 h 6858000"/>
              <a:gd name="connsiteX3" fmla="*/ 1104900 w 1104900"/>
              <a:gd name="connsiteY3" fmla="*/ 6857999 h 6858000"/>
              <a:gd name="connsiteX4" fmla="*/ 1104900 w 1104900"/>
              <a:gd name="connsiteY4" fmla="*/ 6858000 h 6858000"/>
              <a:gd name="connsiteX5" fmla="*/ 0 w 1104900"/>
              <a:gd name="connsiteY5" fmla="*/ 6857999 h 6858000"/>
              <a:gd name="connsiteX6" fmla="*/ 939800 w 1104900"/>
              <a:gd name="connsiteY6" fmla="*/ 0 h 6858000"/>
              <a:gd name="connsiteX0" fmla="*/ 939800 w 1104900"/>
              <a:gd name="connsiteY0" fmla="*/ 0 h 6857999"/>
              <a:gd name="connsiteX1" fmla="*/ 1041400 w 1104900"/>
              <a:gd name="connsiteY1" fmla="*/ 0 h 6857999"/>
              <a:gd name="connsiteX2" fmla="*/ 101600 w 1104900"/>
              <a:gd name="connsiteY2" fmla="*/ 6857999 h 6857999"/>
              <a:gd name="connsiteX3" fmla="*/ 1104900 w 1104900"/>
              <a:gd name="connsiteY3" fmla="*/ 6857999 h 6857999"/>
              <a:gd name="connsiteX4" fmla="*/ 0 w 1104900"/>
              <a:gd name="connsiteY4" fmla="*/ 6857999 h 6857999"/>
              <a:gd name="connsiteX5" fmla="*/ 939800 w 1104900"/>
              <a:gd name="connsiteY5" fmla="*/ 0 h 6857999"/>
              <a:gd name="connsiteX0" fmla="*/ 939800 w 1041400"/>
              <a:gd name="connsiteY0" fmla="*/ 0 h 6857999"/>
              <a:gd name="connsiteX1" fmla="*/ 1041400 w 1041400"/>
              <a:gd name="connsiteY1" fmla="*/ 0 h 6857999"/>
              <a:gd name="connsiteX2" fmla="*/ 101600 w 1041400"/>
              <a:gd name="connsiteY2" fmla="*/ 6857999 h 6857999"/>
              <a:gd name="connsiteX3" fmla="*/ 0 w 1041400"/>
              <a:gd name="connsiteY3" fmla="*/ 6857999 h 6857999"/>
              <a:gd name="connsiteX4" fmla="*/ 939800 w 1041400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1400" h="6857999">
                <a:moveTo>
                  <a:pt x="939800" y="0"/>
                </a:moveTo>
                <a:lnTo>
                  <a:pt x="1041400" y="0"/>
                </a:lnTo>
                <a:lnTo>
                  <a:pt x="101600" y="6857999"/>
                </a:lnTo>
                <a:lnTo>
                  <a:pt x="0" y="6857999"/>
                </a:lnTo>
                <a:lnTo>
                  <a:pt x="939800" y="0"/>
                </a:lnTo>
                <a:close/>
              </a:path>
            </a:pathLst>
          </a:cu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E1228D-12B2-B341-BFC5-689CB7D298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0"/>
            <a:ext cx="4323860" cy="6858000"/>
          </a:xfrm>
          <a:custGeom>
            <a:avLst/>
            <a:gdLst>
              <a:gd name="connsiteX0" fmla="*/ 0 w 3513136"/>
              <a:gd name="connsiteY0" fmla="*/ 0 h 6858000"/>
              <a:gd name="connsiteX1" fmla="*/ 3513136 w 3513136"/>
              <a:gd name="connsiteY1" fmla="*/ 0 h 6858000"/>
              <a:gd name="connsiteX2" fmla="*/ 2573336 w 3513136"/>
              <a:gd name="connsiteY2" fmla="*/ 6858000 h 6858000"/>
              <a:gd name="connsiteX3" fmla="*/ 0 w 351313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6" h="6858000">
                <a:moveTo>
                  <a:pt x="0" y="0"/>
                </a:moveTo>
                <a:lnTo>
                  <a:pt x="3513136" y="0"/>
                </a:lnTo>
                <a:lnTo>
                  <a:pt x="257333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485900"/>
            <a:ext cx="5638800" cy="1162051"/>
          </a:xfrm>
          <a:prstGeom prst="rect">
            <a:avLst/>
          </a:prstGeom>
        </p:spPr>
        <p:txBody>
          <a:bodyPr lIns="0" tIns="0" rIns="0" bIns="50800" anchor="b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11" name="Graphic 28 format margin gutterc">
            <a:extLst>
              <a:ext uri="{FF2B5EF4-FFF2-40B4-BE49-F238E27FC236}">
                <a16:creationId xmlns:a16="http://schemas.microsoft.com/office/drawing/2014/main" id="{0C79A15A-0F45-A847-A578-3BA4270A7EE4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9" name="Text Placeholder 3 format margin gutterc">
            <a:extLst>
              <a:ext uri="{FF2B5EF4-FFF2-40B4-BE49-F238E27FC236}">
                <a16:creationId xmlns:a16="http://schemas.microsoft.com/office/drawing/2014/main" id="{0F04FDFA-41FD-124E-994E-9DAC3D60E1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99" y="2847975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/>
            </a:lvl1pPr>
            <a:lvl2pPr>
              <a:spcBef>
                <a:spcPts val="738"/>
              </a:spcBef>
              <a:defRPr/>
            </a:lvl2pPr>
            <a:lvl3pPr>
              <a:spcBef>
                <a:spcPts val="738"/>
              </a:spcBef>
              <a:defRPr/>
            </a:lvl3pPr>
            <a:lvl4pPr>
              <a:spcBef>
                <a:spcPts val="738"/>
              </a:spcBef>
              <a:defRPr/>
            </a:lvl4pPr>
            <a:lvl5pPr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Text Placeholder 3 format margin gutterc">
            <a:extLst>
              <a:ext uri="{FF2B5EF4-FFF2-40B4-BE49-F238E27FC236}">
                <a16:creationId xmlns:a16="http://schemas.microsoft.com/office/drawing/2014/main" id="{FE5A3661-2706-3248-9BDA-843C7DA8FE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5908" y="1485900"/>
            <a:ext cx="609600" cy="1162052"/>
          </a:xfrm>
        </p:spPr>
        <p:txBody>
          <a:bodyPr lIns="0" tIns="152400" rIns="0" bIns="0"/>
          <a:lstStyle>
            <a:lvl1pPr algn="r">
              <a:lnSpc>
                <a:spcPct val="100000"/>
              </a:lnSpc>
              <a:spcBef>
                <a:spcPts val="0"/>
              </a:spcBef>
              <a:defRPr sz="8862" b="1" i="0">
                <a:solidFill>
                  <a:schemeClr val="accent1"/>
                </a:solidFill>
                <a:latin typeface="Arial Nova Condensed" panose="020B0506020202020204" pitchFamily="34" charset="0"/>
              </a:defRPr>
            </a:lvl1pPr>
            <a:lvl2pPr algn="r">
              <a:spcBef>
                <a:spcPts val="738"/>
              </a:spcBef>
              <a:defRPr/>
            </a:lvl2pPr>
            <a:lvl3pPr algn="r">
              <a:spcBef>
                <a:spcPts val="738"/>
              </a:spcBef>
              <a:defRPr/>
            </a:lvl3pPr>
            <a:lvl4pPr algn="r">
              <a:spcBef>
                <a:spcPts val="738"/>
              </a:spcBef>
              <a:defRPr/>
            </a:lvl4pPr>
            <a:lvl5pPr algn="r"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189795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ection ble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65A0406-F46F-9A41-B773-EBB43C4022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68138" y="-2"/>
            <a:ext cx="4323862" cy="6858000"/>
          </a:xfrm>
          <a:custGeom>
            <a:avLst/>
            <a:gdLst>
              <a:gd name="connsiteX0" fmla="*/ 939800 w 3513138"/>
              <a:gd name="connsiteY0" fmla="*/ 0 h 6858000"/>
              <a:gd name="connsiteX1" fmla="*/ 3513138 w 3513138"/>
              <a:gd name="connsiteY1" fmla="*/ 0 h 6858000"/>
              <a:gd name="connsiteX2" fmla="*/ 3513138 w 3513138"/>
              <a:gd name="connsiteY2" fmla="*/ 6858000 h 6858000"/>
              <a:gd name="connsiteX3" fmla="*/ 0 w 35131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8" h="6858000">
                <a:moveTo>
                  <a:pt x="939800" y="0"/>
                </a:moveTo>
                <a:lnTo>
                  <a:pt x="3513138" y="0"/>
                </a:lnTo>
                <a:lnTo>
                  <a:pt x="3513138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vert="horz" wrap="square" lIns="0" tIns="0" rIns="0" bIns="0" rtlCol="0" anchor="ctr">
            <a:noAutofit/>
          </a:bodyPr>
          <a:lstStyle>
            <a:lvl1pPr>
              <a:defRPr lang="fr-FR"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 algn="ctr"/>
            <a:r>
              <a:rPr lang="fr-FR"/>
              <a:t>Cliquez sur l'icône pour ajouter une image</a:t>
            </a: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FDB77C8-973F-8543-A407-EF0C77E5D51E}"/>
              </a:ext>
            </a:extLst>
          </p:cNvPr>
          <p:cNvSpPr>
            <a:spLocks/>
          </p:cNvSpPr>
          <p:nvPr userDrawn="1"/>
        </p:nvSpPr>
        <p:spPr>
          <a:xfrm>
            <a:off x="7750907" y="-1"/>
            <a:ext cx="1281723" cy="6857999"/>
          </a:xfrm>
          <a:custGeom>
            <a:avLst/>
            <a:gdLst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0 w 1219200"/>
              <a:gd name="connsiteY6" fmla="*/ 6857999 h 6858000"/>
              <a:gd name="connsiteX7" fmla="*/ 114300 w 1219200"/>
              <a:gd name="connsiteY7" fmla="*/ 6857999 h 6858000"/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114300 w 1219200"/>
              <a:gd name="connsiteY6" fmla="*/ 6857999 h 6858000"/>
              <a:gd name="connsiteX7" fmla="*/ 1054100 w 1219200"/>
              <a:gd name="connsiteY7" fmla="*/ 0 h 6858000"/>
              <a:gd name="connsiteX0" fmla="*/ 939800 w 1104900"/>
              <a:gd name="connsiteY0" fmla="*/ 0 h 6858000"/>
              <a:gd name="connsiteX1" fmla="*/ 1041400 w 1104900"/>
              <a:gd name="connsiteY1" fmla="*/ 0 h 6858000"/>
              <a:gd name="connsiteX2" fmla="*/ 101600 w 1104900"/>
              <a:gd name="connsiteY2" fmla="*/ 6857999 h 6858000"/>
              <a:gd name="connsiteX3" fmla="*/ 1104900 w 1104900"/>
              <a:gd name="connsiteY3" fmla="*/ 6857999 h 6858000"/>
              <a:gd name="connsiteX4" fmla="*/ 1104900 w 1104900"/>
              <a:gd name="connsiteY4" fmla="*/ 6858000 h 6858000"/>
              <a:gd name="connsiteX5" fmla="*/ 0 w 1104900"/>
              <a:gd name="connsiteY5" fmla="*/ 6857999 h 6858000"/>
              <a:gd name="connsiteX6" fmla="*/ 939800 w 1104900"/>
              <a:gd name="connsiteY6" fmla="*/ 0 h 6858000"/>
              <a:gd name="connsiteX0" fmla="*/ 939800 w 1104900"/>
              <a:gd name="connsiteY0" fmla="*/ 0 h 6857999"/>
              <a:gd name="connsiteX1" fmla="*/ 1041400 w 1104900"/>
              <a:gd name="connsiteY1" fmla="*/ 0 h 6857999"/>
              <a:gd name="connsiteX2" fmla="*/ 101600 w 1104900"/>
              <a:gd name="connsiteY2" fmla="*/ 6857999 h 6857999"/>
              <a:gd name="connsiteX3" fmla="*/ 1104900 w 1104900"/>
              <a:gd name="connsiteY3" fmla="*/ 6857999 h 6857999"/>
              <a:gd name="connsiteX4" fmla="*/ 0 w 1104900"/>
              <a:gd name="connsiteY4" fmla="*/ 6857999 h 6857999"/>
              <a:gd name="connsiteX5" fmla="*/ 939800 w 1104900"/>
              <a:gd name="connsiteY5" fmla="*/ 0 h 6857999"/>
              <a:gd name="connsiteX0" fmla="*/ 939800 w 1041400"/>
              <a:gd name="connsiteY0" fmla="*/ 0 h 6857999"/>
              <a:gd name="connsiteX1" fmla="*/ 1041400 w 1041400"/>
              <a:gd name="connsiteY1" fmla="*/ 0 h 6857999"/>
              <a:gd name="connsiteX2" fmla="*/ 101600 w 1041400"/>
              <a:gd name="connsiteY2" fmla="*/ 6857999 h 6857999"/>
              <a:gd name="connsiteX3" fmla="*/ 0 w 1041400"/>
              <a:gd name="connsiteY3" fmla="*/ 6857999 h 6857999"/>
              <a:gd name="connsiteX4" fmla="*/ 939800 w 1041400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1400" h="6857999">
                <a:moveTo>
                  <a:pt x="939800" y="0"/>
                </a:moveTo>
                <a:lnTo>
                  <a:pt x="1041400" y="0"/>
                </a:lnTo>
                <a:lnTo>
                  <a:pt x="101600" y="6857999"/>
                </a:lnTo>
                <a:lnTo>
                  <a:pt x="0" y="6857999"/>
                </a:lnTo>
                <a:lnTo>
                  <a:pt x="939800" y="0"/>
                </a:lnTo>
                <a:close/>
              </a:path>
            </a:pathLst>
          </a:cu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2133601" y="1485900"/>
            <a:ext cx="5638800" cy="1162051"/>
          </a:xfrm>
          <a:prstGeom prst="rect">
            <a:avLst/>
          </a:prstGeom>
        </p:spPr>
        <p:txBody>
          <a:bodyPr lIns="0" tIns="0" rIns="0" bIns="50800" anchor="b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11" name="Graphic 28 format margin gutterc">
            <a:extLst>
              <a:ext uri="{FF2B5EF4-FFF2-40B4-BE49-F238E27FC236}">
                <a16:creationId xmlns:a16="http://schemas.microsoft.com/office/drawing/2014/main" id="{0C79A15A-0F45-A847-A578-3BA4270A7EE4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9" name="Text Placeholder 3 format margin gutterc">
            <a:extLst>
              <a:ext uri="{FF2B5EF4-FFF2-40B4-BE49-F238E27FC236}">
                <a16:creationId xmlns:a16="http://schemas.microsoft.com/office/drawing/2014/main" id="{0F04FDFA-41FD-124E-994E-9DAC3D60E1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33601" y="2847975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/>
            </a:lvl1pPr>
            <a:lvl2pPr>
              <a:spcBef>
                <a:spcPts val="738"/>
              </a:spcBef>
              <a:defRPr/>
            </a:lvl2pPr>
            <a:lvl3pPr>
              <a:spcBef>
                <a:spcPts val="738"/>
              </a:spcBef>
              <a:defRPr/>
            </a:lvl3pPr>
            <a:lvl4pPr>
              <a:spcBef>
                <a:spcPts val="738"/>
              </a:spcBef>
              <a:defRPr/>
            </a:lvl4pPr>
            <a:lvl5pPr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Text Placeholder 3 format margin gutterc">
            <a:extLst>
              <a:ext uri="{FF2B5EF4-FFF2-40B4-BE49-F238E27FC236}">
                <a16:creationId xmlns:a16="http://schemas.microsoft.com/office/drawing/2014/main" id="{FE5A3661-2706-3248-9BDA-843C7DA8FE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9200" y="1485900"/>
            <a:ext cx="609600" cy="1162052"/>
          </a:xfrm>
        </p:spPr>
        <p:txBody>
          <a:bodyPr lIns="0" tIns="152400" rIns="0" bIns="0"/>
          <a:lstStyle>
            <a:lvl1pPr algn="r">
              <a:lnSpc>
                <a:spcPct val="100000"/>
              </a:lnSpc>
              <a:spcBef>
                <a:spcPts val="0"/>
              </a:spcBef>
              <a:defRPr sz="8862" b="1" i="0">
                <a:solidFill>
                  <a:schemeClr val="accent1"/>
                </a:solidFill>
                <a:latin typeface="Arial Nova Condensed" panose="020B0506020202020204" pitchFamily="34" charset="0"/>
              </a:defRPr>
            </a:lvl1pPr>
            <a:lvl2pPr algn="r">
              <a:spcBef>
                <a:spcPts val="738"/>
              </a:spcBef>
              <a:defRPr/>
            </a:lvl2pPr>
            <a:lvl3pPr algn="r">
              <a:spcBef>
                <a:spcPts val="738"/>
              </a:spcBef>
              <a:defRPr/>
            </a:lvl3pPr>
            <a:lvl4pPr algn="r">
              <a:spcBef>
                <a:spcPts val="738"/>
              </a:spcBef>
              <a:defRPr/>
            </a:lvl4pPr>
            <a:lvl5pPr algn="r"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1355112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blan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98757800-BBD7-C542-B233-46880F1C7C41}"/>
              </a:ext>
            </a:extLst>
          </p:cNvPr>
          <p:cNvSpPr>
            <a:spLocks/>
          </p:cNvSpPr>
          <p:nvPr userDrawn="1"/>
        </p:nvSpPr>
        <p:spPr>
          <a:xfrm>
            <a:off x="3120293" y="-1"/>
            <a:ext cx="1281723" cy="6857999"/>
          </a:xfrm>
          <a:custGeom>
            <a:avLst/>
            <a:gdLst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0 w 1219200"/>
              <a:gd name="connsiteY6" fmla="*/ 6857999 h 6858000"/>
              <a:gd name="connsiteX7" fmla="*/ 114300 w 1219200"/>
              <a:gd name="connsiteY7" fmla="*/ 6857999 h 6858000"/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114300 w 1219200"/>
              <a:gd name="connsiteY6" fmla="*/ 6857999 h 6858000"/>
              <a:gd name="connsiteX7" fmla="*/ 1054100 w 1219200"/>
              <a:gd name="connsiteY7" fmla="*/ 0 h 6858000"/>
              <a:gd name="connsiteX0" fmla="*/ 939800 w 1104900"/>
              <a:gd name="connsiteY0" fmla="*/ 0 h 6858000"/>
              <a:gd name="connsiteX1" fmla="*/ 1041400 w 1104900"/>
              <a:gd name="connsiteY1" fmla="*/ 0 h 6858000"/>
              <a:gd name="connsiteX2" fmla="*/ 101600 w 1104900"/>
              <a:gd name="connsiteY2" fmla="*/ 6857999 h 6858000"/>
              <a:gd name="connsiteX3" fmla="*/ 1104900 w 1104900"/>
              <a:gd name="connsiteY3" fmla="*/ 6857999 h 6858000"/>
              <a:gd name="connsiteX4" fmla="*/ 1104900 w 1104900"/>
              <a:gd name="connsiteY4" fmla="*/ 6858000 h 6858000"/>
              <a:gd name="connsiteX5" fmla="*/ 0 w 1104900"/>
              <a:gd name="connsiteY5" fmla="*/ 6857999 h 6858000"/>
              <a:gd name="connsiteX6" fmla="*/ 939800 w 1104900"/>
              <a:gd name="connsiteY6" fmla="*/ 0 h 6858000"/>
              <a:gd name="connsiteX0" fmla="*/ 939800 w 1104900"/>
              <a:gd name="connsiteY0" fmla="*/ 0 h 6857999"/>
              <a:gd name="connsiteX1" fmla="*/ 1041400 w 1104900"/>
              <a:gd name="connsiteY1" fmla="*/ 0 h 6857999"/>
              <a:gd name="connsiteX2" fmla="*/ 101600 w 1104900"/>
              <a:gd name="connsiteY2" fmla="*/ 6857999 h 6857999"/>
              <a:gd name="connsiteX3" fmla="*/ 1104900 w 1104900"/>
              <a:gd name="connsiteY3" fmla="*/ 6857999 h 6857999"/>
              <a:gd name="connsiteX4" fmla="*/ 0 w 1104900"/>
              <a:gd name="connsiteY4" fmla="*/ 6857999 h 6857999"/>
              <a:gd name="connsiteX5" fmla="*/ 939800 w 1104900"/>
              <a:gd name="connsiteY5" fmla="*/ 0 h 6857999"/>
              <a:gd name="connsiteX0" fmla="*/ 939800 w 1041400"/>
              <a:gd name="connsiteY0" fmla="*/ 0 h 6857999"/>
              <a:gd name="connsiteX1" fmla="*/ 1041400 w 1041400"/>
              <a:gd name="connsiteY1" fmla="*/ 0 h 6857999"/>
              <a:gd name="connsiteX2" fmla="*/ 101600 w 1041400"/>
              <a:gd name="connsiteY2" fmla="*/ 6857999 h 6857999"/>
              <a:gd name="connsiteX3" fmla="*/ 0 w 1041400"/>
              <a:gd name="connsiteY3" fmla="*/ 6857999 h 6857999"/>
              <a:gd name="connsiteX4" fmla="*/ 939800 w 1041400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1400" h="6857999">
                <a:moveTo>
                  <a:pt x="939800" y="0"/>
                </a:moveTo>
                <a:lnTo>
                  <a:pt x="1041400" y="0"/>
                </a:lnTo>
                <a:lnTo>
                  <a:pt x="101600" y="6857999"/>
                </a:lnTo>
                <a:lnTo>
                  <a:pt x="0" y="6857999"/>
                </a:lnTo>
                <a:lnTo>
                  <a:pt x="939800" y="0"/>
                </a:lnTo>
                <a:close/>
              </a:path>
            </a:pathLst>
          </a:cu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ED733986-7B1D-EF47-8386-49C08D62F4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323862" cy="6858000"/>
          </a:xfrm>
          <a:custGeom>
            <a:avLst/>
            <a:gdLst>
              <a:gd name="connsiteX0" fmla="*/ 0 w 3513138"/>
              <a:gd name="connsiteY0" fmla="*/ 0 h 6858000"/>
              <a:gd name="connsiteX1" fmla="*/ 3513138 w 3513138"/>
              <a:gd name="connsiteY1" fmla="*/ 0 h 6858000"/>
              <a:gd name="connsiteX2" fmla="*/ 2573338 w 3513138"/>
              <a:gd name="connsiteY2" fmla="*/ 6858000 h 6858000"/>
              <a:gd name="connsiteX3" fmla="*/ 0 w 35131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8" h="6858000">
                <a:moveTo>
                  <a:pt x="0" y="0"/>
                </a:moveTo>
                <a:lnTo>
                  <a:pt x="3513138" y="0"/>
                </a:lnTo>
                <a:lnTo>
                  <a:pt x="257333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ED6"/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fr-FR"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 algn="ctr"/>
            <a:r>
              <a:rPr lang="fr-FR"/>
              <a:t>Cliquez sur l'icône pour ajouter une image</a:t>
            </a:r>
          </a:p>
        </p:txBody>
      </p:sp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485900"/>
            <a:ext cx="5638800" cy="1162051"/>
          </a:xfrm>
          <a:prstGeom prst="rect">
            <a:avLst/>
          </a:prstGeom>
        </p:spPr>
        <p:txBody>
          <a:bodyPr lIns="0" tIns="0" rIns="0" bIns="50800" anchor="b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27" name="Graphic 28 format margin gutterc">
            <a:extLst>
              <a:ext uri="{FF2B5EF4-FFF2-40B4-BE49-F238E27FC236}">
                <a16:creationId xmlns:a16="http://schemas.microsoft.com/office/drawing/2014/main" id="{5AC8C489-7920-E246-9DDF-8FD71881F3E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9" name="Text Placeholder 3 format margin gutterc">
            <a:extLst>
              <a:ext uri="{FF2B5EF4-FFF2-40B4-BE49-F238E27FC236}">
                <a16:creationId xmlns:a16="http://schemas.microsoft.com/office/drawing/2014/main" id="{BB3CA717-BB0C-7E4F-B6CF-4C89B5A07C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99" y="2847975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>
                <a:solidFill>
                  <a:schemeClr val="accent3"/>
                </a:solidFill>
              </a:defRPr>
            </a:lvl1pPr>
            <a:lvl2pPr>
              <a:spcBef>
                <a:spcPts val="738"/>
              </a:spcBef>
              <a:defRPr>
                <a:solidFill>
                  <a:schemeClr val="accent3"/>
                </a:solidFill>
              </a:defRPr>
            </a:lvl2pPr>
            <a:lvl3pPr>
              <a:spcBef>
                <a:spcPts val="738"/>
              </a:spcBef>
              <a:defRPr>
                <a:solidFill>
                  <a:schemeClr val="accent3"/>
                </a:solidFill>
              </a:defRPr>
            </a:lvl3pPr>
            <a:lvl4pPr>
              <a:spcBef>
                <a:spcPts val="738"/>
              </a:spcBef>
              <a:defRPr>
                <a:solidFill>
                  <a:schemeClr val="accent3"/>
                </a:solidFill>
              </a:defRPr>
            </a:lvl4pPr>
            <a:lvl5pPr>
              <a:spcBef>
                <a:spcPts val="738"/>
              </a:spcBef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Text Placeholder 3 format margin gutterc">
            <a:extLst>
              <a:ext uri="{FF2B5EF4-FFF2-40B4-BE49-F238E27FC236}">
                <a16:creationId xmlns:a16="http://schemas.microsoft.com/office/drawing/2014/main" id="{9711D448-2844-434F-B0E8-B28D889DEB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5908" y="1485900"/>
            <a:ext cx="609600" cy="1162052"/>
          </a:xfrm>
        </p:spPr>
        <p:txBody>
          <a:bodyPr lIns="0" tIns="152400" rIns="0" bIns="0"/>
          <a:lstStyle>
            <a:lvl1pPr algn="r">
              <a:lnSpc>
                <a:spcPct val="100000"/>
              </a:lnSpc>
              <a:spcBef>
                <a:spcPts val="0"/>
              </a:spcBef>
              <a:defRPr sz="8862" b="1" i="0">
                <a:solidFill>
                  <a:schemeClr val="accent1"/>
                </a:solidFill>
                <a:latin typeface="Arial Nova Condensed" panose="020B0506020202020204" pitchFamily="34" charset="0"/>
              </a:defRPr>
            </a:lvl1pPr>
            <a:lvl2pPr algn="r">
              <a:spcBef>
                <a:spcPts val="738"/>
              </a:spcBef>
              <a:defRPr/>
            </a:lvl2pPr>
            <a:lvl3pPr algn="r">
              <a:spcBef>
                <a:spcPts val="738"/>
              </a:spcBef>
              <a:defRPr/>
            </a:lvl3pPr>
            <a:lvl4pPr algn="r">
              <a:spcBef>
                <a:spcPts val="738"/>
              </a:spcBef>
              <a:defRPr/>
            </a:lvl4pPr>
            <a:lvl5pPr algn="r"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6293099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 format">
            <a:extLst>
              <a:ext uri="{FF2B5EF4-FFF2-40B4-BE49-F238E27FC236}">
                <a16:creationId xmlns:a16="http://schemas.microsoft.com/office/drawing/2014/main" id="{265859CB-C37C-1742-97FD-01F13AFC8CEB}"/>
              </a:ext>
            </a:extLst>
          </p:cNvPr>
          <p:cNvSpPr/>
          <p:nvPr userDrawn="1"/>
        </p:nvSpPr>
        <p:spPr>
          <a:xfrm>
            <a:off x="0" y="1795465"/>
            <a:ext cx="12192000" cy="32813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pic>
        <p:nvPicPr>
          <p:cNvPr id="31" name="cover-ornament format margin gutterc">
            <a:extLst>
              <a:ext uri="{FF2B5EF4-FFF2-40B4-BE49-F238E27FC236}">
                <a16:creationId xmlns:a16="http://schemas.microsoft.com/office/drawing/2014/main" id="{5B4E91F2-39ED-FA49-9C80-27B4DDCEC3D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1925639"/>
            <a:ext cx="3333750" cy="3033713"/>
          </a:xfrm>
          <a:prstGeom prst="rect">
            <a:avLst/>
          </a:prstGeom>
        </p:spPr>
      </p:pic>
      <p:sp>
        <p:nvSpPr>
          <p:cNvPr id="11" name="Freeform 17 format margin gutterc">
            <a:extLst>
              <a:ext uri="{FF2B5EF4-FFF2-40B4-BE49-F238E27FC236}">
                <a16:creationId xmlns:a16="http://schemas.microsoft.com/office/drawing/2014/main" id="{2EECA1CC-953B-6E47-B4EF-9BE2CA9399B4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620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2" name="Freeform 17 format margin gutterc">
            <a:extLst>
              <a:ext uri="{FF2B5EF4-FFF2-40B4-BE49-F238E27FC236}">
                <a16:creationId xmlns:a16="http://schemas.microsoft.com/office/drawing/2014/main" id="{4E442010-44B8-9A47-95FF-748F219C909E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25908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3" name="Freeform 17 format margin gutterc">
            <a:extLst>
              <a:ext uri="{FF2B5EF4-FFF2-40B4-BE49-F238E27FC236}">
                <a16:creationId xmlns:a16="http://schemas.microsoft.com/office/drawing/2014/main" id="{3FD7A1A6-F486-5640-B402-57DBE5F587BE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4196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4" name="Freeform 17 format margin gutterc">
            <a:extLst>
              <a:ext uri="{FF2B5EF4-FFF2-40B4-BE49-F238E27FC236}">
                <a16:creationId xmlns:a16="http://schemas.microsoft.com/office/drawing/2014/main" id="{D21DB537-3BDB-D949-ACFF-2D69AFFD8782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80772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 anchor="b"/>
          <a:lstStyle>
            <a:lvl1pPr algn="ctr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15" name="Freeform 17 format margin gutterc">
            <a:extLst>
              <a:ext uri="{FF2B5EF4-FFF2-40B4-BE49-F238E27FC236}">
                <a16:creationId xmlns:a16="http://schemas.microsoft.com/office/drawing/2014/main" id="{C8B33996-D2D7-4748-9B10-9F13CC5703B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2484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6" name="Freeform 17 format margin gutterc">
            <a:extLst>
              <a:ext uri="{FF2B5EF4-FFF2-40B4-BE49-F238E27FC236}">
                <a16:creationId xmlns:a16="http://schemas.microsoft.com/office/drawing/2014/main" id="{1DCC4865-0E77-3640-8B64-EE961744993B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99060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9" name="Content Placeholder 6 format margin gutterc">
            <a:extLst>
              <a:ext uri="{FF2B5EF4-FFF2-40B4-BE49-F238E27FC236}">
                <a16:creationId xmlns:a16="http://schemas.microsoft.com/office/drawing/2014/main" id="{BA92B959-A7D4-5F47-B4BA-331D99482BC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1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0" name="Content Placeholder 6 format margin gutterc">
            <a:extLst>
              <a:ext uri="{FF2B5EF4-FFF2-40B4-BE49-F238E27FC236}">
                <a16:creationId xmlns:a16="http://schemas.microsoft.com/office/drawing/2014/main" id="{EBB1DCF6-986C-7648-9B50-73A05AE6931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590800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1" name="Content Placeholder 6 format margin gutterc">
            <a:extLst>
              <a:ext uri="{FF2B5EF4-FFF2-40B4-BE49-F238E27FC236}">
                <a16:creationId xmlns:a16="http://schemas.microsoft.com/office/drawing/2014/main" id="{68475B63-D928-8C4A-AC48-14FB3BBDB5D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419599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2" name="Content Placeholder 6 format margin gutterc">
            <a:extLst>
              <a:ext uri="{FF2B5EF4-FFF2-40B4-BE49-F238E27FC236}">
                <a16:creationId xmlns:a16="http://schemas.microsoft.com/office/drawing/2014/main" id="{9AC8F2DF-5D23-9B48-8B24-1483A62E363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248398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3" name="Content Placeholder 6 format margin gutterc">
            <a:extLst>
              <a:ext uri="{FF2B5EF4-FFF2-40B4-BE49-F238E27FC236}">
                <a16:creationId xmlns:a16="http://schemas.microsoft.com/office/drawing/2014/main" id="{C9468E61-67E7-9C48-82DC-4CC07F2A0F42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077196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4" name="Content Placeholder 6 format margin gutterc">
            <a:extLst>
              <a:ext uri="{FF2B5EF4-FFF2-40B4-BE49-F238E27FC236}">
                <a16:creationId xmlns:a16="http://schemas.microsoft.com/office/drawing/2014/main" id="{1AD07108-1C6D-FA43-BFB1-BC6D7C3FFED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9905995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5" name="Content Placeholder 6 format margin gutterc">
            <a:extLst>
              <a:ext uri="{FF2B5EF4-FFF2-40B4-BE49-F238E27FC236}">
                <a16:creationId xmlns:a16="http://schemas.microsoft.com/office/drawing/2014/main" id="{A62D0468-D860-A548-A221-FCA1783B5AC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620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6" name="Content Placeholder 6 format margin gutterc">
            <a:extLst>
              <a:ext uri="{FF2B5EF4-FFF2-40B4-BE49-F238E27FC236}">
                <a16:creationId xmlns:a16="http://schemas.microsoft.com/office/drawing/2014/main" id="{AA49DD3D-5335-1C49-88DC-F65190B6FCA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5908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7" name="Content Placeholder 6 format margin gutterc">
            <a:extLst>
              <a:ext uri="{FF2B5EF4-FFF2-40B4-BE49-F238E27FC236}">
                <a16:creationId xmlns:a16="http://schemas.microsoft.com/office/drawing/2014/main" id="{04390093-F449-A04E-837C-A1F39C13E00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4196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8" name="Content Placeholder 6 format margin gutterc">
            <a:extLst>
              <a:ext uri="{FF2B5EF4-FFF2-40B4-BE49-F238E27FC236}">
                <a16:creationId xmlns:a16="http://schemas.microsoft.com/office/drawing/2014/main" id="{CB59CAC3-6DC9-A540-8E99-AD02BFAD87F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2484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9" name="Content Placeholder 6 format margin gutterc">
            <a:extLst>
              <a:ext uri="{FF2B5EF4-FFF2-40B4-BE49-F238E27FC236}">
                <a16:creationId xmlns:a16="http://schemas.microsoft.com/office/drawing/2014/main" id="{A6B3AEBD-4CF0-7749-AFB7-09AE9433D1C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80772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30" name="Content Placeholder 6 format margin gutterc">
            <a:extLst>
              <a:ext uri="{FF2B5EF4-FFF2-40B4-BE49-F238E27FC236}">
                <a16:creationId xmlns:a16="http://schemas.microsoft.com/office/drawing/2014/main" id="{39707EEB-B7E2-C742-A1CB-5D23DD677D2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99060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03635936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 format margin gutterc">
            <a:extLst>
              <a:ext uri="{FF2B5EF4-FFF2-40B4-BE49-F238E27FC236}">
                <a16:creationId xmlns:a16="http://schemas.microsoft.com/office/drawing/2014/main" id="{CD6BDCBD-866E-6B4F-8A04-3689BE108620}"/>
              </a:ext>
            </a:extLst>
          </p:cNvPr>
          <p:cNvSpPr txBox="1"/>
          <p:nvPr userDrawn="1"/>
        </p:nvSpPr>
        <p:spPr>
          <a:xfrm>
            <a:off x="4876801" y="144650"/>
            <a:ext cx="6553200" cy="309563"/>
          </a:xfrm>
          <a:prstGeom prst="rect">
            <a:avLst/>
          </a:prstGeom>
          <a:noFill/>
        </p:spPr>
        <p:txBody>
          <a:bodyPr wrap="square" lIns="93785" tIns="93785" rIns="93785" bIns="93785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fr-FR" sz="1231" b="1">
                <a:solidFill>
                  <a:srgbClr val="00313F"/>
                </a:solidFill>
                <a:latin typeface="Arial Nova Condensed" panose="020B0506020202020204" pitchFamily="34" charset="0"/>
              </a:rPr>
              <a:t>Expériences significatives</a:t>
            </a:r>
          </a:p>
        </p:txBody>
      </p:sp>
      <p:sp>
        <p:nvSpPr>
          <p:cNvPr id="21" name="Rectangle 14 format margin gutterc">
            <a:extLst>
              <a:ext uri="{FF2B5EF4-FFF2-40B4-BE49-F238E27FC236}">
                <a16:creationId xmlns:a16="http://schemas.microsoft.com/office/drawing/2014/main" id="{216A2830-1885-8A46-A1B8-F526FF93374F}"/>
              </a:ext>
            </a:extLst>
          </p:cNvPr>
          <p:cNvSpPr/>
          <p:nvPr userDrawn="1"/>
        </p:nvSpPr>
        <p:spPr>
          <a:xfrm>
            <a:off x="4876801" y="5660839"/>
            <a:ext cx="6553200" cy="10732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70000"/>
              </a:lnSpc>
            </a:pPr>
            <a:endParaRPr lang="fr-FR" sz="1477">
              <a:solidFill>
                <a:srgbClr val="FFFFFF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1" name="Rectangle 3 format margin">
            <a:extLst>
              <a:ext uri="{FF2B5EF4-FFF2-40B4-BE49-F238E27FC236}">
                <a16:creationId xmlns:a16="http://schemas.microsoft.com/office/drawing/2014/main" id="{19DCBC0E-D634-F54F-97B8-A92F916EE8ED}"/>
              </a:ext>
            </a:extLst>
          </p:cNvPr>
          <p:cNvSpPr/>
          <p:nvPr userDrawn="1"/>
        </p:nvSpPr>
        <p:spPr>
          <a:xfrm>
            <a:off x="609601" y="0"/>
            <a:ext cx="4114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pic>
        <p:nvPicPr>
          <p:cNvPr id="33" name="cover-ornament format margin gutterc">
            <a:extLst>
              <a:ext uri="{FF2B5EF4-FFF2-40B4-BE49-F238E27FC236}">
                <a16:creationId xmlns:a16="http://schemas.microsoft.com/office/drawing/2014/main" id="{B71834C8-3C80-7A4B-B135-E12F8C1C5E19}"/>
              </a:ext>
            </a:extLst>
          </p:cNvPr>
          <p:cNvPicPr>
            <a:picLocks/>
          </p:cNvPicPr>
          <p:nvPr userDrawn="1"/>
        </p:nvPicPr>
        <p:blipFill>
          <a:blip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34001" y="144649"/>
            <a:ext cx="2466000" cy="246598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19" name="Content Placeholder 6 format margin gutterc">
            <a:extLst>
              <a:ext uri="{FF2B5EF4-FFF2-40B4-BE49-F238E27FC236}">
                <a16:creationId xmlns:a16="http://schemas.microsoft.com/office/drawing/2014/main" id="{BA92B959-A7D4-5F47-B4BA-331D99482BC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1" y="4148139"/>
            <a:ext cx="3810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5" name="Content Placeholder 6 format margin gutterc">
            <a:extLst>
              <a:ext uri="{FF2B5EF4-FFF2-40B4-BE49-F238E27FC236}">
                <a16:creationId xmlns:a16="http://schemas.microsoft.com/office/drawing/2014/main" id="{A62D0468-D860-A548-A221-FCA1783B5AC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62001" y="4767263"/>
            <a:ext cx="3810000" cy="14859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231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231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231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231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231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" name="Titre 1 format margin gutterc"/>
          <p:cNvSpPr>
            <a:spLocks noGrp="1"/>
          </p:cNvSpPr>
          <p:nvPr>
            <p:ph type="title" hasCustomPrompt="1"/>
          </p:nvPr>
        </p:nvSpPr>
        <p:spPr>
          <a:xfrm>
            <a:off x="762001" y="3529014"/>
            <a:ext cx="3810000" cy="619125"/>
          </a:xfrm>
        </p:spPr>
        <p:txBody>
          <a:bodyPr lIns="0" tIns="0" rIns="0" bIns="0" anchor="ctr">
            <a:normAutofit/>
          </a:bodyPr>
          <a:lstStyle>
            <a:lvl1pPr algn="ctr">
              <a:defRPr sz="2215" b="1" i="0">
                <a:solidFill>
                  <a:schemeClr val="bg1"/>
                </a:solidFill>
                <a:uFillTx/>
                <a:latin typeface="Arial Nova Condensed" panose="020B0506020202020204" pitchFamily="34" charset="0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32" name="Text Placeholder 7 format margin gutterc">
            <a:extLst>
              <a:ext uri="{FF2B5EF4-FFF2-40B4-BE49-F238E27FC236}">
                <a16:creationId xmlns:a16="http://schemas.microsoft.com/office/drawing/2014/main" id="{6C0EB681-2BED-464C-8537-0F482E2987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76801" y="619123"/>
            <a:ext cx="6553200" cy="4148138"/>
          </a:xfrm>
        </p:spPr>
        <p:txBody>
          <a:bodyPr lIns="76200" tIns="76200" rIns="76200" bIns="76200" anchor="t">
            <a:normAutofit/>
          </a:bodyPr>
          <a:lstStyle>
            <a:lvl1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1pPr>
            <a:lvl2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2pPr>
            <a:lvl3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3pPr>
            <a:lvl4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4pPr>
            <a:lvl5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grpSp>
        <p:nvGrpSpPr>
          <p:cNvPr id="4" name="Group 3 format margin gutterc">
            <a:extLst>
              <a:ext uri="{FF2B5EF4-FFF2-40B4-BE49-F238E27FC236}">
                <a16:creationId xmlns:a16="http://schemas.microsoft.com/office/drawing/2014/main" id="{263264AB-1798-734E-B2B0-B1C839EC105D}"/>
              </a:ext>
            </a:extLst>
          </p:cNvPr>
          <p:cNvGrpSpPr/>
          <p:nvPr userDrawn="1"/>
        </p:nvGrpSpPr>
        <p:grpSpPr>
          <a:xfrm>
            <a:off x="4876801" y="5351276"/>
            <a:ext cx="6553200" cy="309564"/>
            <a:chOff x="3962400" y="309563"/>
            <a:chExt cx="1609725" cy="309564"/>
          </a:xfrm>
        </p:grpSpPr>
        <p:sp>
          <p:nvSpPr>
            <p:cNvPr id="22" name="Rectangle 1 format margin gutterc">
              <a:extLst>
                <a:ext uri="{FF2B5EF4-FFF2-40B4-BE49-F238E27FC236}">
                  <a16:creationId xmlns:a16="http://schemas.microsoft.com/office/drawing/2014/main" id="{61F61A3B-5E69-6442-8896-FB160394E819}"/>
                </a:ext>
              </a:extLst>
            </p:cNvPr>
            <p:cNvSpPr/>
            <p:nvPr userDrawn="1"/>
          </p:nvSpPr>
          <p:spPr>
            <a:xfrm>
              <a:off x="3962400" y="309564"/>
              <a:ext cx="1609725" cy="30956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fr-FR" sz="2215" b="1">
                <a:solidFill>
                  <a:srgbClr val="FFFFFF"/>
                </a:solidFill>
                <a:latin typeface="Arial Nova Condensed" panose="020B0506020202020204" pitchFamily="34" charset="0"/>
              </a:endParaRPr>
            </a:p>
          </p:txBody>
        </p:sp>
        <p:sp>
          <p:nvSpPr>
            <p:cNvPr id="3" name="TextBox 2 format margin gutterc">
              <a:extLst>
                <a:ext uri="{FF2B5EF4-FFF2-40B4-BE49-F238E27FC236}">
                  <a16:creationId xmlns:a16="http://schemas.microsoft.com/office/drawing/2014/main" id="{00C9EC7A-4A5F-4C4C-A5EE-BD7ED5C7F3F8}"/>
                </a:ext>
              </a:extLst>
            </p:cNvPr>
            <p:cNvSpPr txBox="1"/>
            <p:nvPr userDrawn="1"/>
          </p:nvSpPr>
          <p:spPr>
            <a:xfrm>
              <a:off x="3962400" y="309563"/>
              <a:ext cx="1609725" cy="30956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fr-FR" sz="1231" b="1">
                  <a:solidFill>
                    <a:srgbClr val="FFFFFF"/>
                  </a:solidFill>
                  <a:latin typeface="Arial Nova Condensed" panose="020B0506020202020204" pitchFamily="34" charset="0"/>
                </a:rPr>
                <a:t>Compétences </a:t>
              </a:r>
            </a:p>
          </p:txBody>
        </p:sp>
      </p:grpSp>
      <p:sp>
        <p:nvSpPr>
          <p:cNvPr id="12" name="Text Placeholder 7 format margin gutterc">
            <a:extLst>
              <a:ext uri="{FF2B5EF4-FFF2-40B4-BE49-F238E27FC236}">
                <a16:creationId xmlns:a16="http://schemas.microsoft.com/office/drawing/2014/main" id="{A0E2CA01-8DA0-B840-8956-178889D6493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76807" y="5660839"/>
            <a:ext cx="6553200" cy="1052513"/>
          </a:xfrm>
        </p:spPr>
        <p:txBody>
          <a:bodyPr lIns="76200" tIns="76200" rIns="76200" bIns="76200" numCol="2" spcCol="360000" anchor="t"/>
          <a:lstStyle>
            <a:lvl1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73515866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ver-ornament format margin gutterc">
            <a:extLst>
              <a:ext uri="{FF2B5EF4-FFF2-40B4-BE49-F238E27FC236}">
                <a16:creationId xmlns:a16="http://schemas.microsoft.com/office/drawing/2014/main" id="{80F5F324-89D6-474D-8181-E7A80454C70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1912145"/>
            <a:ext cx="3335529" cy="3033713"/>
          </a:xfrm>
          <a:prstGeom prst="rect">
            <a:avLst/>
          </a:prstGeom>
        </p:spPr>
      </p:pic>
      <p:sp>
        <p:nvSpPr>
          <p:cNvPr id="14" name="Rectangle 3 format margin gutterc">
            <a:extLst>
              <a:ext uri="{FF2B5EF4-FFF2-40B4-BE49-F238E27FC236}">
                <a16:creationId xmlns:a16="http://schemas.microsoft.com/office/drawing/2014/main" id="{468487F4-25F4-5D45-9FE5-5B056167F99A}"/>
              </a:ext>
            </a:extLst>
          </p:cNvPr>
          <p:cNvSpPr/>
          <p:nvPr userDrawn="1"/>
        </p:nvSpPr>
        <p:spPr>
          <a:xfrm>
            <a:off x="3962402" y="0"/>
            <a:ext cx="2895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2" name="Title 1 format margin gutterc">
            <a:extLst>
              <a:ext uri="{FF2B5EF4-FFF2-40B4-BE49-F238E27FC236}">
                <a16:creationId xmlns:a16="http://schemas.microsoft.com/office/drawing/2014/main" id="{FE2EF98B-1ED3-C943-B7F1-8D78F0D28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476500"/>
            <a:ext cx="3352800" cy="866775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66E51A-88A9-F643-A1CC-A94E18174F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11" name="Picture Placeholder 2 format margin gutterc padding">
            <a:extLst>
              <a:ext uri="{FF2B5EF4-FFF2-40B4-BE49-F238E27FC236}">
                <a16:creationId xmlns:a16="http://schemas.microsoft.com/office/drawing/2014/main" id="{CAAE0AFF-8DDF-7849-9714-1BB0CCBEA8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91001" y="2438400"/>
            <a:ext cx="2438400" cy="1981200"/>
          </a:xfrm>
          <a:solidFill>
            <a:srgbClr val="FFFED6"/>
          </a:solidFill>
        </p:spPr>
        <p:txBody>
          <a:bodyPr anchor="ctr">
            <a:normAutofit/>
          </a:bodyPr>
          <a:lstStyle>
            <a:lvl1pPr algn="ctr">
              <a:defRPr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2" name="Text Placeholder 7 format margin gutterc">
            <a:extLst>
              <a:ext uri="{FF2B5EF4-FFF2-40B4-BE49-F238E27FC236}">
                <a16:creationId xmlns:a16="http://schemas.microsoft.com/office/drawing/2014/main" id="{41F2EBD5-FEEC-D040-A88D-FFD9A51FF5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91001" y="495300"/>
            <a:ext cx="2438400" cy="1733550"/>
          </a:xfrm>
        </p:spPr>
        <p:txBody>
          <a:bodyPr lIns="0" tIns="0" rIns="0" bIns="0" anchor="b"/>
          <a:lstStyle>
            <a:lvl1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2pPr>
            <a:lvl3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3pPr>
            <a:lvl4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4pPr>
            <a:lvl5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Text Placeholder 7 format margin gutterc">
            <a:extLst>
              <a:ext uri="{FF2B5EF4-FFF2-40B4-BE49-F238E27FC236}">
                <a16:creationId xmlns:a16="http://schemas.microsoft.com/office/drawing/2014/main" id="{334240BB-851A-DC43-8EE0-6C18AEBE62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1001" y="4643438"/>
            <a:ext cx="2438400" cy="1733550"/>
          </a:xfrm>
        </p:spPr>
        <p:txBody>
          <a:bodyPr lIns="0" tIns="0" rIns="0" bIns="0" anchor="t"/>
          <a:lstStyle>
            <a:lvl1pPr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2pPr>
            <a:lvl3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3pPr>
            <a:lvl4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4pPr>
            <a:lvl5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62132837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re et contenu">
  <p:cSld name="7_titre et contenu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>
            <a:spLocks noGrp="1"/>
          </p:cNvSpPr>
          <p:nvPr>
            <p:ph type="title"/>
          </p:nvPr>
        </p:nvSpPr>
        <p:spPr>
          <a:xfrm>
            <a:off x="762000" y="9941"/>
            <a:ext cx="10668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1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body" idx="1"/>
          </p:nvPr>
        </p:nvSpPr>
        <p:spPr>
          <a:xfrm>
            <a:off x="762001" y="1557338"/>
            <a:ext cx="10668000" cy="467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477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50000"/>
              </a:lnSpc>
              <a:spcBef>
                <a:spcPts val="369"/>
              </a:spcBef>
              <a:spcAft>
                <a:spcPts val="0"/>
              </a:spcAft>
              <a:buSzPts val="1800"/>
              <a:buChar char="▪"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>
                <a:solidFill>
                  <a:schemeClr val="dk2"/>
                </a:solidFill>
              </a:defRPr>
            </a:lvl3pPr>
            <a:lvl4pPr marL="1828800" lvl="3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>
                <a:solidFill>
                  <a:schemeClr val="dk2"/>
                </a:solidFill>
              </a:defRPr>
            </a:lvl4pPr>
            <a:lvl5pPr marL="2286000" lvl="4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>
                <a:solidFill>
                  <a:schemeClr val="dk2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26"/>
          <p:cNvSpPr/>
          <p:nvPr/>
        </p:nvSpPr>
        <p:spPr>
          <a:xfrm>
            <a:off x="2" y="2"/>
            <a:ext cx="298867" cy="981075"/>
          </a:xfrm>
          <a:custGeom>
            <a:avLst/>
            <a:gdLst/>
            <a:ahLst/>
            <a:cxnLst/>
            <a:rect l="l" t="t" r="r" b="b"/>
            <a:pathLst>
              <a:path w="298867" h="981075" extrusionOk="0">
                <a:moveTo>
                  <a:pt x="0" y="0"/>
                </a:moveTo>
                <a:lnTo>
                  <a:pt x="298867" y="0"/>
                </a:lnTo>
                <a:lnTo>
                  <a:pt x="147373" y="981075"/>
                </a:lnTo>
                <a:lnTo>
                  <a:pt x="0" y="981075"/>
                </a:lnTo>
                <a:close/>
              </a:path>
            </a:pathLst>
          </a:custGeom>
          <a:solidFill>
            <a:srgbClr val="0031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160522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uverture ble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671639"/>
            <a:ext cx="5638800" cy="1547813"/>
          </a:xfrm>
          <a:prstGeom prst="rect">
            <a:avLst/>
          </a:prstGeom>
        </p:spPr>
        <p:txBody>
          <a:bodyPr lIns="0" tIns="0" rIns="0" bIns="50800" anchor="ctr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cxnSp>
        <p:nvCxnSpPr>
          <p:cNvPr id="5" name="Straight Connector 3 format margin gutterc">
            <a:extLst>
              <a:ext uri="{FF2B5EF4-FFF2-40B4-BE49-F238E27FC236}">
                <a16:creationId xmlns:a16="http://schemas.microsoft.com/office/drawing/2014/main" id="{186E63E4-DEA7-0148-A4AE-FBA12CB0D623}"/>
              </a:ext>
            </a:extLst>
          </p:cNvPr>
          <p:cNvCxnSpPr/>
          <p:nvPr userDrawn="1"/>
        </p:nvCxnSpPr>
        <p:spPr>
          <a:xfrm>
            <a:off x="5334001" y="4333875"/>
            <a:ext cx="5638800" cy="0"/>
          </a:xfrm>
          <a:prstGeom prst="line">
            <a:avLst/>
          </a:prstGeom>
          <a:ln w="127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28 format margin gutterc">
            <a:extLst>
              <a:ext uri="{FF2B5EF4-FFF2-40B4-BE49-F238E27FC236}">
                <a16:creationId xmlns:a16="http://schemas.microsoft.com/office/drawing/2014/main" id="{4ADA52EE-E510-E34F-AE4E-CA4ED0FA0C2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7" name="Text Placeholder 3 format margin gutterc">
            <a:extLst>
              <a:ext uri="{FF2B5EF4-FFF2-40B4-BE49-F238E27FC236}">
                <a16:creationId xmlns:a16="http://schemas.microsoft.com/office/drawing/2014/main" id="{DF4092AF-D06C-9A4B-9EE3-8D6767FD42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9" y="4457701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/>
            </a:lvl1pPr>
            <a:lvl2pPr>
              <a:spcBef>
                <a:spcPts val="738"/>
              </a:spcBef>
              <a:defRPr/>
            </a:lvl2pPr>
            <a:lvl3pPr>
              <a:spcBef>
                <a:spcPts val="738"/>
              </a:spcBef>
              <a:defRPr/>
            </a:lvl3pPr>
            <a:lvl4pPr>
              <a:spcBef>
                <a:spcPts val="738"/>
              </a:spcBef>
              <a:defRPr/>
            </a:lvl4pPr>
            <a:lvl5pPr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90A165-9E8D-4348-B754-E21D8DEFC9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2" y="928690"/>
            <a:ext cx="3335140" cy="303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849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uvertur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93B4FE-0D36-1C4F-A456-ACBB52739C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671639"/>
            <a:ext cx="5638800" cy="1547813"/>
          </a:xfrm>
          <a:prstGeom prst="rect">
            <a:avLst/>
          </a:prstGeom>
        </p:spPr>
        <p:txBody>
          <a:bodyPr lIns="0" tIns="0" rIns="0" bIns="50800" anchor="ctr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9" name="cover-ornament format margin gutterc">
            <a:extLst>
              <a:ext uri="{FF2B5EF4-FFF2-40B4-BE49-F238E27FC236}">
                <a16:creationId xmlns:a16="http://schemas.microsoft.com/office/drawing/2014/main" id="{81AE62B9-4DD7-D743-AD59-0C43090E897B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200" y="928689"/>
            <a:ext cx="3335529" cy="3033713"/>
          </a:xfrm>
          <a:prstGeom prst="rect">
            <a:avLst/>
          </a:prstGeom>
        </p:spPr>
      </p:pic>
      <p:cxnSp>
        <p:nvCxnSpPr>
          <p:cNvPr id="10" name="Straight Connector 3 format margin gutterc">
            <a:extLst>
              <a:ext uri="{FF2B5EF4-FFF2-40B4-BE49-F238E27FC236}">
                <a16:creationId xmlns:a16="http://schemas.microsoft.com/office/drawing/2014/main" id="{E4B4149A-23A2-FB46-82A1-C4483BEA50C5}"/>
              </a:ext>
            </a:extLst>
          </p:cNvPr>
          <p:cNvCxnSpPr/>
          <p:nvPr userDrawn="1"/>
        </p:nvCxnSpPr>
        <p:spPr>
          <a:xfrm>
            <a:off x="5334001" y="4333875"/>
            <a:ext cx="5638800" cy="0"/>
          </a:xfrm>
          <a:prstGeom prst="line">
            <a:avLst/>
          </a:prstGeom>
          <a:ln w="127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28 format margin gutterc">
            <a:extLst>
              <a:ext uri="{FF2B5EF4-FFF2-40B4-BE49-F238E27FC236}">
                <a16:creationId xmlns:a16="http://schemas.microsoft.com/office/drawing/2014/main" id="{A1E62A9A-ADD1-E84B-92B9-2450EFA8140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4" name="Text Placeholder 3 format margin gutterc">
            <a:extLst>
              <a:ext uri="{FF2B5EF4-FFF2-40B4-BE49-F238E27FC236}">
                <a16:creationId xmlns:a16="http://schemas.microsoft.com/office/drawing/2014/main" id="{224D1236-3475-8643-ADF6-BE227CE4C7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9" y="4457701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/>
            </a:lvl1pPr>
            <a:lvl2pPr>
              <a:spcBef>
                <a:spcPts val="738"/>
              </a:spcBef>
              <a:defRPr/>
            </a:lvl2pPr>
            <a:lvl3pPr>
              <a:spcBef>
                <a:spcPts val="738"/>
              </a:spcBef>
              <a:defRPr/>
            </a:lvl3pPr>
            <a:lvl4pPr>
              <a:spcBef>
                <a:spcPts val="738"/>
              </a:spcBef>
              <a:defRPr/>
            </a:lvl4pPr>
            <a:lvl5pPr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424520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section ble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ED733986-7B1D-EF47-8386-49C08D62F4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323862" cy="6858000"/>
          </a:xfrm>
          <a:custGeom>
            <a:avLst/>
            <a:gdLst>
              <a:gd name="connsiteX0" fmla="*/ 0 w 3513138"/>
              <a:gd name="connsiteY0" fmla="*/ 0 h 6858000"/>
              <a:gd name="connsiteX1" fmla="*/ 3513138 w 3513138"/>
              <a:gd name="connsiteY1" fmla="*/ 0 h 6858000"/>
              <a:gd name="connsiteX2" fmla="*/ 2573338 w 3513138"/>
              <a:gd name="connsiteY2" fmla="*/ 6858000 h 6858000"/>
              <a:gd name="connsiteX3" fmla="*/ 0 w 35131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8" h="6858000">
                <a:moveTo>
                  <a:pt x="0" y="0"/>
                </a:moveTo>
                <a:lnTo>
                  <a:pt x="3513138" y="0"/>
                </a:lnTo>
                <a:lnTo>
                  <a:pt x="2573338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vert="horz" wrap="square" lIns="0" tIns="0" rIns="0" bIns="0" rtlCol="0" anchor="ctr">
            <a:noAutofit/>
          </a:bodyPr>
          <a:lstStyle>
            <a:lvl1pPr>
              <a:defRPr lang="fr-FR"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 algn="ctr"/>
            <a:r>
              <a:rPr lang="fr-FR"/>
              <a:t>Cliquez sur l'icône pour ajouter une image</a:t>
            </a: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FDB77C8-973F-8543-A407-EF0C77E5D51E}"/>
              </a:ext>
            </a:extLst>
          </p:cNvPr>
          <p:cNvSpPr>
            <a:spLocks/>
          </p:cNvSpPr>
          <p:nvPr userDrawn="1"/>
        </p:nvSpPr>
        <p:spPr>
          <a:xfrm>
            <a:off x="3120293" y="-1"/>
            <a:ext cx="1281723" cy="6857999"/>
          </a:xfrm>
          <a:custGeom>
            <a:avLst/>
            <a:gdLst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0 w 1219200"/>
              <a:gd name="connsiteY6" fmla="*/ 6857999 h 6858000"/>
              <a:gd name="connsiteX7" fmla="*/ 114300 w 1219200"/>
              <a:gd name="connsiteY7" fmla="*/ 6857999 h 6858000"/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114300 w 1219200"/>
              <a:gd name="connsiteY6" fmla="*/ 6857999 h 6858000"/>
              <a:gd name="connsiteX7" fmla="*/ 1054100 w 1219200"/>
              <a:gd name="connsiteY7" fmla="*/ 0 h 6858000"/>
              <a:gd name="connsiteX0" fmla="*/ 939800 w 1104900"/>
              <a:gd name="connsiteY0" fmla="*/ 0 h 6858000"/>
              <a:gd name="connsiteX1" fmla="*/ 1041400 w 1104900"/>
              <a:gd name="connsiteY1" fmla="*/ 0 h 6858000"/>
              <a:gd name="connsiteX2" fmla="*/ 101600 w 1104900"/>
              <a:gd name="connsiteY2" fmla="*/ 6857999 h 6858000"/>
              <a:gd name="connsiteX3" fmla="*/ 1104900 w 1104900"/>
              <a:gd name="connsiteY3" fmla="*/ 6857999 h 6858000"/>
              <a:gd name="connsiteX4" fmla="*/ 1104900 w 1104900"/>
              <a:gd name="connsiteY4" fmla="*/ 6858000 h 6858000"/>
              <a:gd name="connsiteX5" fmla="*/ 0 w 1104900"/>
              <a:gd name="connsiteY5" fmla="*/ 6857999 h 6858000"/>
              <a:gd name="connsiteX6" fmla="*/ 939800 w 1104900"/>
              <a:gd name="connsiteY6" fmla="*/ 0 h 6858000"/>
              <a:gd name="connsiteX0" fmla="*/ 939800 w 1104900"/>
              <a:gd name="connsiteY0" fmla="*/ 0 h 6857999"/>
              <a:gd name="connsiteX1" fmla="*/ 1041400 w 1104900"/>
              <a:gd name="connsiteY1" fmla="*/ 0 h 6857999"/>
              <a:gd name="connsiteX2" fmla="*/ 101600 w 1104900"/>
              <a:gd name="connsiteY2" fmla="*/ 6857999 h 6857999"/>
              <a:gd name="connsiteX3" fmla="*/ 1104900 w 1104900"/>
              <a:gd name="connsiteY3" fmla="*/ 6857999 h 6857999"/>
              <a:gd name="connsiteX4" fmla="*/ 0 w 1104900"/>
              <a:gd name="connsiteY4" fmla="*/ 6857999 h 6857999"/>
              <a:gd name="connsiteX5" fmla="*/ 939800 w 1104900"/>
              <a:gd name="connsiteY5" fmla="*/ 0 h 6857999"/>
              <a:gd name="connsiteX0" fmla="*/ 939800 w 1041400"/>
              <a:gd name="connsiteY0" fmla="*/ 0 h 6857999"/>
              <a:gd name="connsiteX1" fmla="*/ 1041400 w 1041400"/>
              <a:gd name="connsiteY1" fmla="*/ 0 h 6857999"/>
              <a:gd name="connsiteX2" fmla="*/ 101600 w 1041400"/>
              <a:gd name="connsiteY2" fmla="*/ 6857999 h 6857999"/>
              <a:gd name="connsiteX3" fmla="*/ 0 w 1041400"/>
              <a:gd name="connsiteY3" fmla="*/ 6857999 h 6857999"/>
              <a:gd name="connsiteX4" fmla="*/ 939800 w 1041400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1400" h="6857999">
                <a:moveTo>
                  <a:pt x="939800" y="0"/>
                </a:moveTo>
                <a:lnTo>
                  <a:pt x="1041400" y="0"/>
                </a:lnTo>
                <a:lnTo>
                  <a:pt x="101600" y="6857999"/>
                </a:lnTo>
                <a:lnTo>
                  <a:pt x="0" y="6857999"/>
                </a:lnTo>
                <a:lnTo>
                  <a:pt x="939800" y="0"/>
                </a:lnTo>
                <a:close/>
              </a:path>
            </a:pathLst>
          </a:cu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E1228D-12B2-B341-BFC5-689CB7D298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0"/>
            <a:ext cx="4323860" cy="6858000"/>
          </a:xfrm>
          <a:custGeom>
            <a:avLst/>
            <a:gdLst>
              <a:gd name="connsiteX0" fmla="*/ 0 w 3513136"/>
              <a:gd name="connsiteY0" fmla="*/ 0 h 6858000"/>
              <a:gd name="connsiteX1" fmla="*/ 3513136 w 3513136"/>
              <a:gd name="connsiteY1" fmla="*/ 0 h 6858000"/>
              <a:gd name="connsiteX2" fmla="*/ 2573336 w 3513136"/>
              <a:gd name="connsiteY2" fmla="*/ 6858000 h 6858000"/>
              <a:gd name="connsiteX3" fmla="*/ 0 w 351313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6" h="6858000">
                <a:moveTo>
                  <a:pt x="0" y="0"/>
                </a:moveTo>
                <a:lnTo>
                  <a:pt x="3513136" y="0"/>
                </a:lnTo>
                <a:lnTo>
                  <a:pt x="257333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485900"/>
            <a:ext cx="5638800" cy="1162051"/>
          </a:xfrm>
          <a:prstGeom prst="rect">
            <a:avLst/>
          </a:prstGeom>
        </p:spPr>
        <p:txBody>
          <a:bodyPr lIns="0" tIns="0" rIns="0" bIns="50800" anchor="b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11" name="Graphic 28 format margin gutterc">
            <a:extLst>
              <a:ext uri="{FF2B5EF4-FFF2-40B4-BE49-F238E27FC236}">
                <a16:creationId xmlns:a16="http://schemas.microsoft.com/office/drawing/2014/main" id="{0C79A15A-0F45-A847-A578-3BA4270A7EE4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9" name="Text Placeholder 3 format margin gutterc">
            <a:extLst>
              <a:ext uri="{FF2B5EF4-FFF2-40B4-BE49-F238E27FC236}">
                <a16:creationId xmlns:a16="http://schemas.microsoft.com/office/drawing/2014/main" id="{0F04FDFA-41FD-124E-994E-9DAC3D60E1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99" y="2847975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/>
            </a:lvl1pPr>
            <a:lvl2pPr>
              <a:spcBef>
                <a:spcPts val="738"/>
              </a:spcBef>
              <a:defRPr/>
            </a:lvl2pPr>
            <a:lvl3pPr>
              <a:spcBef>
                <a:spcPts val="738"/>
              </a:spcBef>
              <a:defRPr/>
            </a:lvl3pPr>
            <a:lvl4pPr>
              <a:spcBef>
                <a:spcPts val="738"/>
              </a:spcBef>
              <a:defRPr/>
            </a:lvl4pPr>
            <a:lvl5pPr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Text Placeholder 3 format margin gutterc">
            <a:extLst>
              <a:ext uri="{FF2B5EF4-FFF2-40B4-BE49-F238E27FC236}">
                <a16:creationId xmlns:a16="http://schemas.microsoft.com/office/drawing/2014/main" id="{FE5A3661-2706-3248-9BDA-843C7DA8FE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5908" y="1485900"/>
            <a:ext cx="609600" cy="1162052"/>
          </a:xfrm>
        </p:spPr>
        <p:txBody>
          <a:bodyPr lIns="0" tIns="152400" rIns="0" bIns="0"/>
          <a:lstStyle>
            <a:lvl1pPr algn="r">
              <a:lnSpc>
                <a:spcPct val="100000"/>
              </a:lnSpc>
              <a:spcBef>
                <a:spcPts val="0"/>
              </a:spcBef>
              <a:defRPr sz="8862" b="1" i="0">
                <a:solidFill>
                  <a:schemeClr val="accent1"/>
                </a:solidFill>
                <a:latin typeface="Arial Nova Condensed" panose="020B0506020202020204" pitchFamily="34" charset="0"/>
              </a:defRPr>
            </a:lvl1pPr>
            <a:lvl2pPr algn="r">
              <a:spcBef>
                <a:spcPts val="738"/>
              </a:spcBef>
              <a:defRPr/>
            </a:lvl2pPr>
            <a:lvl3pPr algn="r">
              <a:spcBef>
                <a:spcPts val="738"/>
              </a:spcBef>
              <a:defRPr/>
            </a:lvl3pPr>
            <a:lvl4pPr algn="r">
              <a:spcBef>
                <a:spcPts val="738"/>
              </a:spcBef>
              <a:defRPr/>
            </a:lvl4pPr>
            <a:lvl5pPr algn="r"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47612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section ble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65A0406-F46F-9A41-B773-EBB43C4022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68138" y="-2"/>
            <a:ext cx="4323862" cy="6858000"/>
          </a:xfrm>
          <a:custGeom>
            <a:avLst/>
            <a:gdLst>
              <a:gd name="connsiteX0" fmla="*/ 939800 w 3513138"/>
              <a:gd name="connsiteY0" fmla="*/ 0 h 6858000"/>
              <a:gd name="connsiteX1" fmla="*/ 3513138 w 3513138"/>
              <a:gd name="connsiteY1" fmla="*/ 0 h 6858000"/>
              <a:gd name="connsiteX2" fmla="*/ 3513138 w 3513138"/>
              <a:gd name="connsiteY2" fmla="*/ 6858000 h 6858000"/>
              <a:gd name="connsiteX3" fmla="*/ 0 w 35131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8" h="6858000">
                <a:moveTo>
                  <a:pt x="939800" y="0"/>
                </a:moveTo>
                <a:lnTo>
                  <a:pt x="3513138" y="0"/>
                </a:lnTo>
                <a:lnTo>
                  <a:pt x="3513138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vert="horz" wrap="square" lIns="0" tIns="0" rIns="0" bIns="0" rtlCol="0" anchor="ctr">
            <a:noAutofit/>
          </a:bodyPr>
          <a:lstStyle>
            <a:lvl1pPr>
              <a:defRPr lang="fr-FR"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 algn="ctr"/>
            <a:r>
              <a:rPr lang="fr-FR"/>
              <a:t>Cliquez sur l'icône pour ajouter une image</a:t>
            </a: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FDB77C8-973F-8543-A407-EF0C77E5D51E}"/>
              </a:ext>
            </a:extLst>
          </p:cNvPr>
          <p:cNvSpPr>
            <a:spLocks/>
          </p:cNvSpPr>
          <p:nvPr userDrawn="1"/>
        </p:nvSpPr>
        <p:spPr>
          <a:xfrm>
            <a:off x="7750907" y="-1"/>
            <a:ext cx="1281723" cy="6857999"/>
          </a:xfrm>
          <a:custGeom>
            <a:avLst/>
            <a:gdLst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0 w 1219200"/>
              <a:gd name="connsiteY6" fmla="*/ 6857999 h 6858000"/>
              <a:gd name="connsiteX7" fmla="*/ 114300 w 1219200"/>
              <a:gd name="connsiteY7" fmla="*/ 6857999 h 6858000"/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114300 w 1219200"/>
              <a:gd name="connsiteY6" fmla="*/ 6857999 h 6858000"/>
              <a:gd name="connsiteX7" fmla="*/ 1054100 w 1219200"/>
              <a:gd name="connsiteY7" fmla="*/ 0 h 6858000"/>
              <a:gd name="connsiteX0" fmla="*/ 939800 w 1104900"/>
              <a:gd name="connsiteY0" fmla="*/ 0 h 6858000"/>
              <a:gd name="connsiteX1" fmla="*/ 1041400 w 1104900"/>
              <a:gd name="connsiteY1" fmla="*/ 0 h 6858000"/>
              <a:gd name="connsiteX2" fmla="*/ 101600 w 1104900"/>
              <a:gd name="connsiteY2" fmla="*/ 6857999 h 6858000"/>
              <a:gd name="connsiteX3" fmla="*/ 1104900 w 1104900"/>
              <a:gd name="connsiteY3" fmla="*/ 6857999 h 6858000"/>
              <a:gd name="connsiteX4" fmla="*/ 1104900 w 1104900"/>
              <a:gd name="connsiteY4" fmla="*/ 6858000 h 6858000"/>
              <a:gd name="connsiteX5" fmla="*/ 0 w 1104900"/>
              <a:gd name="connsiteY5" fmla="*/ 6857999 h 6858000"/>
              <a:gd name="connsiteX6" fmla="*/ 939800 w 1104900"/>
              <a:gd name="connsiteY6" fmla="*/ 0 h 6858000"/>
              <a:gd name="connsiteX0" fmla="*/ 939800 w 1104900"/>
              <a:gd name="connsiteY0" fmla="*/ 0 h 6857999"/>
              <a:gd name="connsiteX1" fmla="*/ 1041400 w 1104900"/>
              <a:gd name="connsiteY1" fmla="*/ 0 h 6857999"/>
              <a:gd name="connsiteX2" fmla="*/ 101600 w 1104900"/>
              <a:gd name="connsiteY2" fmla="*/ 6857999 h 6857999"/>
              <a:gd name="connsiteX3" fmla="*/ 1104900 w 1104900"/>
              <a:gd name="connsiteY3" fmla="*/ 6857999 h 6857999"/>
              <a:gd name="connsiteX4" fmla="*/ 0 w 1104900"/>
              <a:gd name="connsiteY4" fmla="*/ 6857999 h 6857999"/>
              <a:gd name="connsiteX5" fmla="*/ 939800 w 1104900"/>
              <a:gd name="connsiteY5" fmla="*/ 0 h 6857999"/>
              <a:gd name="connsiteX0" fmla="*/ 939800 w 1041400"/>
              <a:gd name="connsiteY0" fmla="*/ 0 h 6857999"/>
              <a:gd name="connsiteX1" fmla="*/ 1041400 w 1041400"/>
              <a:gd name="connsiteY1" fmla="*/ 0 h 6857999"/>
              <a:gd name="connsiteX2" fmla="*/ 101600 w 1041400"/>
              <a:gd name="connsiteY2" fmla="*/ 6857999 h 6857999"/>
              <a:gd name="connsiteX3" fmla="*/ 0 w 1041400"/>
              <a:gd name="connsiteY3" fmla="*/ 6857999 h 6857999"/>
              <a:gd name="connsiteX4" fmla="*/ 939800 w 1041400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1400" h="6857999">
                <a:moveTo>
                  <a:pt x="939800" y="0"/>
                </a:moveTo>
                <a:lnTo>
                  <a:pt x="1041400" y="0"/>
                </a:lnTo>
                <a:lnTo>
                  <a:pt x="101600" y="6857999"/>
                </a:lnTo>
                <a:lnTo>
                  <a:pt x="0" y="6857999"/>
                </a:lnTo>
                <a:lnTo>
                  <a:pt x="939800" y="0"/>
                </a:lnTo>
                <a:close/>
              </a:path>
            </a:pathLst>
          </a:cu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2133601" y="1485900"/>
            <a:ext cx="5638800" cy="1162051"/>
          </a:xfrm>
          <a:prstGeom prst="rect">
            <a:avLst/>
          </a:prstGeom>
        </p:spPr>
        <p:txBody>
          <a:bodyPr lIns="0" tIns="0" rIns="0" bIns="50800" anchor="b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11" name="Graphic 28 format margin gutterc">
            <a:extLst>
              <a:ext uri="{FF2B5EF4-FFF2-40B4-BE49-F238E27FC236}">
                <a16:creationId xmlns:a16="http://schemas.microsoft.com/office/drawing/2014/main" id="{0C79A15A-0F45-A847-A578-3BA4270A7EE4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9" name="Text Placeholder 3 format margin gutterc">
            <a:extLst>
              <a:ext uri="{FF2B5EF4-FFF2-40B4-BE49-F238E27FC236}">
                <a16:creationId xmlns:a16="http://schemas.microsoft.com/office/drawing/2014/main" id="{0F04FDFA-41FD-124E-994E-9DAC3D60E1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33601" y="2847975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/>
            </a:lvl1pPr>
            <a:lvl2pPr>
              <a:spcBef>
                <a:spcPts val="738"/>
              </a:spcBef>
              <a:defRPr/>
            </a:lvl2pPr>
            <a:lvl3pPr>
              <a:spcBef>
                <a:spcPts val="738"/>
              </a:spcBef>
              <a:defRPr/>
            </a:lvl3pPr>
            <a:lvl4pPr>
              <a:spcBef>
                <a:spcPts val="738"/>
              </a:spcBef>
              <a:defRPr/>
            </a:lvl4pPr>
            <a:lvl5pPr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Text Placeholder 3 format margin gutterc">
            <a:extLst>
              <a:ext uri="{FF2B5EF4-FFF2-40B4-BE49-F238E27FC236}">
                <a16:creationId xmlns:a16="http://schemas.microsoft.com/office/drawing/2014/main" id="{FE5A3661-2706-3248-9BDA-843C7DA8FE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9200" y="1485900"/>
            <a:ext cx="609600" cy="1162052"/>
          </a:xfrm>
        </p:spPr>
        <p:txBody>
          <a:bodyPr lIns="0" tIns="152400" rIns="0" bIns="0"/>
          <a:lstStyle>
            <a:lvl1pPr algn="r">
              <a:lnSpc>
                <a:spcPct val="100000"/>
              </a:lnSpc>
              <a:spcBef>
                <a:spcPts val="0"/>
              </a:spcBef>
              <a:defRPr sz="8862" b="1" i="0">
                <a:solidFill>
                  <a:schemeClr val="accent1"/>
                </a:solidFill>
                <a:latin typeface="Arial Nova Condensed" panose="020B0506020202020204" pitchFamily="34" charset="0"/>
              </a:defRPr>
            </a:lvl1pPr>
            <a:lvl2pPr algn="r">
              <a:spcBef>
                <a:spcPts val="738"/>
              </a:spcBef>
              <a:defRPr/>
            </a:lvl2pPr>
            <a:lvl3pPr algn="r">
              <a:spcBef>
                <a:spcPts val="738"/>
              </a:spcBef>
              <a:defRPr/>
            </a:lvl3pPr>
            <a:lvl4pPr algn="r">
              <a:spcBef>
                <a:spcPts val="738"/>
              </a:spcBef>
              <a:defRPr/>
            </a:lvl4pPr>
            <a:lvl5pPr algn="r"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728853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blan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98757800-BBD7-C542-B233-46880F1C7C41}"/>
              </a:ext>
            </a:extLst>
          </p:cNvPr>
          <p:cNvSpPr>
            <a:spLocks/>
          </p:cNvSpPr>
          <p:nvPr userDrawn="1"/>
        </p:nvSpPr>
        <p:spPr>
          <a:xfrm>
            <a:off x="3120293" y="-1"/>
            <a:ext cx="1281723" cy="6857999"/>
          </a:xfrm>
          <a:custGeom>
            <a:avLst/>
            <a:gdLst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0 w 1219200"/>
              <a:gd name="connsiteY6" fmla="*/ 6857999 h 6858000"/>
              <a:gd name="connsiteX7" fmla="*/ 114300 w 1219200"/>
              <a:gd name="connsiteY7" fmla="*/ 6857999 h 6858000"/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114300 w 1219200"/>
              <a:gd name="connsiteY6" fmla="*/ 6857999 h 6858000"/>
              <a:gd name="connsiteX7" fmla="*/ 1054100 w 1219200"/>
              <a:gd name="connsiteY7" fmla="*/ 0 h 6858000"/>
              <a:gd name="connsiteX0" fmla="*/ 939800 w 1104900"/>
              <a:gd name="connsiteY0" fmla="*/ 0 h 6858000"/>
              <a:gd name="connsiteX1" fmla="*/ 1041400 w 1104900"/>
              <a:gd name="connsiteY1" fmla="*/ 0 h 6858000"/>
              <a:gd name="connsiteX2" fmla="*/ 101600 w 1104900"/>
              <a:gd name="connsiteY2" fmla="*/ 6857999 h 6858000"/>
              <a:gd name="connsiteX3" fmla="*/ 1104900 w 1104900"/>
              <a:gd name="connsiteY3" fmla="*/ 6857999 h 6858000"/>
              <a:gd name="connsiteX4" fmla="*/ 1104900 w 1104900"/>
              <a:gd name="connsiteY4" fmla="*/ 6858000 h 6858000"/>
              <a:gd name="connsiteX5" fmla="*/ 0 w 1104900"/>
              <a:gd name="connsiteY5" fmla="*/ 6857999 h 6858000"/>
              <a:gd name="connsiteX6" fmla="*/ 939800 w 1104900"/>
              <a:gd name="connsiteY6" fmla="*/ 0 h 6858000"/>
              <a:gd name="connsiteX0" fmla="*/ 939800 w 1104900"/>
              <a:gd name="connsiteY0" fmla="*/ 0 h 6857999"/>
              <a:gd name="connsiteX1" fmla="*/ 1041400 w 1104900"/>
              <a:gd name="connsiteY1" fmla="*/ 0 h 6857999"/>
              <a:gd name="connsiteX2" fmla="*/ 101600 w 1104900"/>
              <a:gd name="connsiteY2" fmla="*/ 6857999 h 6857999"/>
              <a:gd name="connsiteX3" fmla="*/ 1104900 w 1104900"/>
              <a:gd name="connsiteY3" fmla="*/ 6857999 h 6857999"/>
              <a:gd name="connsiteX4" fmla="*/ 0 w 1104900"/>
              <a:gd name="connsiteY4" fmla="*/ 6857999 h 6857999"/>
              <a:gd name="connsiteX5" fmla="*/ 939800 w 1104900"/>
              <a:gd name="connsiteY5" fmla="*/ 0 h 6857999"/>
              <a:gd name="connsiteX0" fmla="*/ 939800 w 1041400"/>
              <a:gd name="connsiteY0" fmla="*/ 0 h 6857999"/>
              <a:gd name="connsiteX1" fmla="*/ 1041400 w 1041400"/>
              <a:gd name="connsiteY1" fmla="*/ 0 h 6857999"/>
              <a:gd name="connsiteX2" fmla="*/ 101600 w 1041400"/>
              <a:gd name="connsiteY2" fmla="*/ 6857999 h 6857999"/>
              <a:gd name="connsiteX3" fmla="*/ 0 w 1041400"/>
              <a:gd name="connsiteY3" fmla="*/ 6857999 h 6857999"/>
              <a:gd name="connsiteX4" fmla="*/ 939800 w 1041400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1400" h="6857999">
                <a:moveTo>
                  <a:pt x="939800" y="0"/>
                </a:moveTo>
                <a:lnTo>
                  <a:pt x="1041400" y="0"/>
                </a:lnTo>
                <a:lnTo>
                  <a:pt x="101600" y="6857999"/>
                </a:lnTo>
                <a:lnTo>
                  <a:pt x="0" y="6857999"/>
                </a:lnTo>
                <a:lnTo>
                  <a:pt x="939800" y="0"/>
                </a:lnTo>
                <a:close/>
              </a:path>
            </a:pathLst>
          </a:cu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ED733986-7B1D-EF47-8386-49C08D62F4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323862" cy="6858000"/>
          </a:xfrm>
          <a:custGeom>
            <a:avLst/>
            <a:gdLst>
              <a:gd name="connsiteX0" fmla="*/ 0 w 3513138"/>
              <a:gd name="connsiteY0" fmla="*/ 0 h 6858000"/>
              <a:gd name="connsiteX1" fmla="*/ 3513138 w 3513138"/>
              <a:gd name="connsiteY1" fmla="*/ 0 h 6858000"/>
              <a:gd name="connsiteX2" fmla="*/ 2573338 w 3513138"/>
              <a:gd name="connsiteY2" fmla="*/ 6858000 h 6858000"/>
              <a:gd name="connsiteX3" fmla="*/ 0 w 35131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8" h="6858000">
                <a:moveTo>
                  <a:pt x="0" y="0"/>
                </a:moveTo>
                <a:lnTo>
                  <a:pt x="3513138" y="0"/>
                </a:lnTo>
                <a:lnTo>
                  <a:pt x="257333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ED6"/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fr-FR"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 algn="ctr"/>
            <a:r>
              <a:rPr lang="fr-FR"/>
              <a:t>Cliquez sur l'icône pour ajouter une image</a:t>
            </a:r>
          </a:p>
        </p:txBody>
      </p:sp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485900"/>
            <a:ext cx="5638800" cy="1162051"/>
          </a:xfrm>
          <a:prstGeom prst="rect">
            <a:avLst/>
          </a:prstGeom>
        </p:spPr>
        <p:txBody>
          <a:bodyPr lIns="0" tIns="0" rIns="0" bIns="50800" anchor="b">
            <a:normAutofit/>
          </a:bodyPr>
          <a:lstStyle>
            <a:lvl1pPr algn="l">
              <a:lnSpc>
                <a:spcPct val="100000"/>
              </a:lnSpc>
              <a:defRPr sz="2954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27" name="Graphic 28 format margin gutterc">
            <a:extLst>
              <a:ext uri="{FF2B5EF4-FFF2-40B4-BE49-F238E27FC236}">
                <a16:creationId xmlns:a16="http://schemas.microsoft.com/office/drawing/2014/main" id="{5AC8C489-7920-E246-9DDF-8FD71881F3E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9" name="Text Placeholder 3 format margin gutterc">
            <a:extLst>
              <a:ext uri="{FF2B5EF4-FFF2-40B4-BE49-F238E27FC236}">
                <a16:creationId xmlns:a16="http://schemas.microsoft.com/office/drawing/2014/main" id="{BB3CA717-BB0C-7E4F-B6CF-4C89B5A07C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99" y="2847975"/>
            <a:ext cx="5638800" cy="1300163"/>
          </a:xfrm>
        </p:spPr>
        <p:txBody>
          <a:bodyPr/>
          <a:lstStyle>
            <a:lvl1pPr>
              <a:spcBef>
                <a:spcPts val="738"/>
              </a:spcBef>
              <a:defRPr>
                <a:solidFill>
                  <a:schemeClr val="accent3"/>
                </a:solidFill>
              </a:defRPr>
            </a:lvl1pPr>
            <a:lvl2pPr>
              <a:spcBef>
                <a:spcPts val="738"/>
              </a:spcBef>
              <a:defRPr>
                <a:solidFill>
                  <a:schemeClr val="accent3"/>
                </a:solidFill>
              </a:defRPr>
            </a:lvl2pPr>
            <a:lvl3pPr>
              <a:spcBef>
                <a:spcPts val="738"/>
              </a:spcBef>
              <a:defRPr>
                <a:solidFill>
                  <a:schemeClr val="accent3"/>
                </a:solidFill>
              </a:defRPr>
            </a:lvl3pPr>
            <a:lvl4pPr>
              <a:spcBef>
                <a:spcPts val="738"/>
              </a:spcBef>
              <a:defRPr>
                <a:solidFill>
                  <a:schemeClr val="accent3"/>
                </a:solidFill>
              </a:defRPr>
            </a:lvl4pPr>
            <a:lvl5pPr>
              <a:spcBef>
                <a:spcPts val="738"/>
              </a:spcBef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Text Placeholder 3 format margin gutterc">
            <a:extLst>
              <a:ext uri="{FF2B5EF4-FFF2-40B4-BE49-F238E27FC236}">
                <a16:creationId xmlns:a16="http://schemas.microsoft.com/office/drawing/2014/main" id="{9711D448-2844-434F-B0E8-B28D889DEB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5908" y="1485900"/>
            <a:ext cx="609600" cy="1162052"/>
          </a:xfrm>
        </p:spPr>
        <p:txBody>
          <a:bodyPr lIns="0" tIns="152400" rIns="0" bIns="0"/>
          <a:lstStyle>
            <a:lvl1pPr algn="r">
              <a:lnSpc>
                <a:spcPct val="100000"/>
              </a:lnSpc>
              <a:spcBef>
                <a:spcPts val="0"/>
              </a:spcBef>
              <a:defRPr sz="8862" b="1" i="0">
                <a:solidFill>
                  <a:schemeClr val="accent1"/>
                </a:solidFill>
                <a:latin typeface="Arial Nova Condensed" panose="020B0506020202020204" pitchFamily="34" charset="0"/>
              </a:defRPr>
            </a:lvl1pPr>
            <a:lvl2pPr algn="r">
              <a:spcBef>
                <a:spcPts val="738"/>
              </a:spcBef>
              <a:defRPr/>
            </a:lvl2pPr>
            <a:lvl3pPr algn="r">
              <a:spcBef>
                <a:spcPts val="738"/>
              </a:spcBef>
              <a:defRPr/>
            </a:lvl3pPr>
            <a:lvl4pPr algn="r">
              <a:spcBef>
                <a:spcPts val="738"/>
              </a:spcBef>
              <a:defRPr/>
            </a:lvl4pPr>
            <a:lvl5pPr algn="r">
              <a:spcBef>
                <a:spcPts val="738"/>
              </a:spcBef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87620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 format">
            <a:extLst>
              <a:ext uri="{FF2B5EF4-FFF2-40B4-BE49-F238E27FC236}">
                <a16:creationId xmlns:a16="http://schemas.microsoft.com/office/drawing/2014/main" id="{265859CB-C37C-1742-97FD-01F13AFC8CEB}"/>
              </a:ext>
            </a:extLst>
          </p:cNvPr>
          <p:cNvSpPr/>
          <p:nvPr userDrawn="1"/>
        </p:nvSpPr>
        <p:spPr>
          <a:xfrm>
            <a:off x="0" y="1795465"/>
            <a:ext cx="12192000" cy="32813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pic>
        <p:nvPicPr>
          <p:cNvPr id="31" name="cover-ornament format margin gutterc">
            <a:extLst>
              <a:ext uri="{FF2B5EF4-FFF2-40B4-BE49-F238E27FC236}">
                <a16:creationId xmlns:a16="http://schemas.microsoft.com/office/drawing/2014/main" id="{5B4E91F2-39ED-FA49-9C80-27B4DDCEC3D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1925639"/>
            <a:ext cx="3333750" cy="3033713"/>
          </a:xfrm>
          <a:prstGeom prst="rect">
            <a:avLst/>
          </a:prstGeom>
        </p:spPr>
      </p:pic>
      <p:sp>
        <p:nvSpPr>
          <p:cNvPr id="11" name="Freeform 17 format margin gutterc">
            <a:extLst>
              <a:ext uri="{FF2B5EF4-FFF2-40B4-BE49-F238E27FC236}">
                <a16:creationId xmlns:a16="http://schemas.microsoft.com/office/drawing/2014/main" id="{2EECA1CC-953B-6E47-B4EF-9BE2CA9399B4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620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2" name="Freeform 17 format margin gutterc">
            <a:extLst>
              <a:ext uri="{FF2B5EF4-FFF2-40B4-BE49-F238E27FC236}">
                <a16:creationId xmlns:a16="http://schemas.microsoft.com/office/drawing/2014/main" id="{4E442010-44B8-9A47-95FF-748F219C909E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25908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3" name="Freeform 17 format margin gutterc">
            <a:extLst>
              <a:ext uri="{FF2B5EF4-FFF2-40B4-BE49-F238E27FC236}">
                <a16:creationId xmlns:a16="http://schemas.microsoft.com/office/drawing/2014/main" id="{3FD7A1A6-F486-5640-B402-57DBE5F587BE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4196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4" name="Freeform 17 format margin gutterc">
            <a:extLst>
              <a:ext uri="{FF2B5EF4-FFF2-40B4-BE49-F238E27FC236}">
                <a16:creationId xmlns:a16="http://schemas.microsoft.com/office/drawing/2014/main" id="{D21DB537-3BDB-D949-ACFF-2D69AFFD8782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80772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 anchor="b"/>
          <a:lstStyle>
            <a:lvl1pPr algn="ctr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15" name="Freeform 17 format margin gutterc">
            <a:extLst>
              <a:ext uri="{FF2B5EF4-FFF2-40B4-BE49-F238E27FC236}">
                <a16:creationId xmlns:a16="http://schemas.microsoft.com/office/drawing/2014/main" id="{C8B33996-D2D7-4748-9B10-9F13CC5703B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2484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6" name="Freeform 17 format margin gutterc">
            <a:extLst>
              <a:ext uri="{FF2B5EF4-FFF2-40B4-BE49-F238E27FC236}">
                <a16:creationId xmlns:a16="http://schemas.microsoft.com/office/drawing/2014/main" id="{1DCC4865-0E77-3640-8B64-EE961744993B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99060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215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9" name="Content Placeholder 6 format margin gutterc">
            <a:extLst>
              <a:ext uri="{FF2B5EF4-FFF2-40B4-BE49-F238E27FC236}">
                <a16:creationId xmlns:a16="http://schemas.microsoft.com/office/drawing/2014/main" id="{BA92B959-A7D4-5F47-B4BA-331D99482BC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1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0" name="Content Placeholder 6 format margin gutterc">
            <a:extLst>
              <a:ext uri="{FF2B5EF4-FFF2-40B4-BE49-F238E27FC236}">
                <a16:creationId xmlns:a16="http://schemas.microsoft.com/office/drawing/2014/main" id="{EBB1DCF6-986C-7648-9B50-73A05AE6931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590800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1" name="Content Placeholder 6 format margin gutterc">
            <a:extLst>
              <a:ext uri="{FF2B5EF4-FFF2-40B4-BE49-F238E27FC236}">
                <a16:creationId xmlns:a16="http://schemas.microsoft.com/office/drawing/2014/main" id="{68475B63-D928-8C4A-AC48-14FB3BBDB5D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419599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2" name="Content Placeholder 6 format margin gutterc">
            <a:extLst>
              <a:ext uri="{FF2B5EF4-FFF2-40B4-BE49-F238E27FC236}">
                <a16:creationId xmlns:a16="http://schemas.microsoft.com/office/drawing/2014/main" id="{9AC8F2DF-5D23-9B48-8B24-1483A62E363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248398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3" name="Content Placeholder 6 format margin gutterc">
            <a:extLst>
              <a:ext uri="{FF2B5EF4-FFF2-40B4-BE49-F238E27FC236}">
                <a16:creationId xmlns:a16="http://schemas.microsoft.com/office/drawing/2014/main" id="{C9468E61-67E7-9C48-82DC-4CC07F2A0F42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077196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4" name="Content Placeholder 6 format margin gutterc">
            <a:extLst>
              <a:ext uri="{FF2B5EF4-FFF2-40B4-BE49-F238E27FC236}">
                <a16:creationId xmlns:a16="http://schemas.microsoft.com/office/drawing/2014/main" id="{1AD07108-1C6D-FA43-BFB1-BC6D7C3FFED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9905995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5" name="Content Placeholder 6 format margin gutterc">
            <a:extLst>
              <a:ext uri="{FF2B5EF4-FFF2-40B4-BE49-F238E27FC236}">
                <a16:creationId xmlns:a16="http://schemas.microsoft.com/office/drawing/2014/main" id="{A62D0468-D860-A548-A221-FCA1783B5AC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620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6" name="Content Placeholder 6 format margin gutterc">
            <a:extLst>
              <a:ext uri="{FF2B5EF4-FFF2-40B4-BE49-F238E27FC236}">
                <a16:creationId xmlns:a16="http://schemas.microsoft.com/office/drawing/2014/main" id="{AA49DD3D-5335-1C49-88DC-F65190B6FCA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5908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7" name="Content Placeholder 6 format margin gutterc">
            <a:extLst>
              <a:ext uri="{FF2B5EF4-FFF2-40B4-BE49-F238E27FC236}">
                <a16:creationId xmlns:a16="http://schemas.microsoft.com/office/drawing/2014/main" id="{04390093-F449-A04E-837C-A1F39C13E00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4196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8" name="Content Placeholder 6 format margin gutterc">
            <a:extLst>
              <a:ext uri="{FF2B5EF4-FFF2-40B4-BE49-F238E27FC236}">
                <a16:creationId xmlns:a16="http://schemas.microsoft.com/office/drawing/2014/main" id="{CB59CAC3-6DC9-A540-8E99-AD02BFAD87F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2484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9" name="Content Placeholder 6 format margin gutterc">
            <a:extLst>
              <a:ext uri="{FF2B5EF4-FFF2-40B4-BE49-F238E27FC236}">
                <a16:creationId xmlns:a16="http://schemas.microsoft.com/office/drawing/2014/main" id="{A6B3AEBD-4CF0-7749-AFB7-09AE9433D1C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80772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30" name="Content Placeholder 6 format margin gutterc">
            <a:extLst>
              <a:ext uri="{FF2B5EF4-FFF2-40B4-BE49-F238E27FC236}">
                <a16:creationId xmlns:a16="http://schemas.microsoft.com/office/drawing/2014/main" id="{39707EEB-B7E2-C742-A1CB-5D23DD677D2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99060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108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108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108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96777247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 format margin gutterc">
            <a:extLst>
              <a:ext uri="{FF2B5EF4-FFF2-40B4-BE49-F238E27FC236}">
                <a16:creationId xmlns:a16="http://schemas.microsoft.com/office/drawing/2014/main" id="{CD6BDCBD-866E-6B4F-8A04-3689BE108620}"/>
              </a:ext>
            </a:extLst>
          </p:cNvPr>
          <p:cNvSpPr txBox="1"/>
          <p:nvPr userDrawn="1"/>
        </p:nvSpPr>
        <p:spPr>
          <a:xfrm>
            <a:off x="4876801" y="144650"/>
            <a:ext cx="6553200" cy="309563"/>
          </a:xfrm>
          <a:prstGeom prst="rect">
            <a:avLst/>
          </a:prstGeom>
          <a:noFill/>
        </p:spPr>
        <p:txBody>
          <a:bodyPr wrap="square" lIns="93785" tIns="93785" rIns="93785" bIns="93785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fr-FR" sz="1231" b="1">
                <a:solidFill>
                  <a:srgbClr val="00313F"/>
                </a:solidFill>
                <a:latin typeface="Arial Nova Condensed" panose="020B0506020202020204" pitchFamily="34" charset="0"/>
              </a:rPr>
              <a:t>Expériences significatives</a:t>
            </a:r>
          </a:p>
        </p:txBody>
      </p:sp>
      <p:sp>
        <p:nvSpPr>
          <p:cNvPr id="21" name="Rectangle 14 format margin gutterc">
            <a:extLst>
              <a:ext uri="{FF2B5EF4-FFF2-40B4-BE49-F238E27FC236}">
                <a16:creationId xmlns:a16="http://schemas.microsoft.com/office/drawing/2014/main" id="{216A2830-1885-8A46-A1B8-F526FF93374F}"/>
              </a:ext>
            </a:extLst>
          </p:cNvPr>
          <p:cNvSpPr/>
          <p:nvPr userDrawn="1"/>
        </p:nvSpPr>
        <p:spPr>
          <a:xfrm>
            <a:off x="4876801" y="5660839"/>
            <a:ext cx="6553200" cy="10732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70000"/>
              </a:lnSpc>
            </a:pPr>
            <a:endParaRPr lang="fr-FR" sz="1477">
              <a:solidFill>
                <a:srgbClr val="FFFFFF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1" name="Rectangle 3 format margin">
            <a:extLst>
              <a:ext uri="{FF2B5EF4-FFF2-40B4-BE49-F238E27FC236}">
                <a16:creationId xmlns:a16="http://schemas.microsoft.com/office/drawing/2014/main" id="{19DCBC0E-D634-F54F-97B8-A92F916EE8ED}"/>
              </a:ext>
            </a:extLst>
          </p:cNvPr>
          <p:cNvSpPr/>
          <p:nvPr userDrawn="1"/>
        </p:nvSpPr>
        <p:spPr>
          <a:xfrm>
            <a:off x="609601" y="0"/>
            <a:ext cx="4114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pic>
        <p:nvPicPr>
          <p:cNvPr id="33" name="cover-ornament format margin gutterc">
            <a:extLst>
              <a:ext uri="{FF2B5EF4-FFF2-40B4-BE49-F238E27FC236}">
                <a16:creationId xmlns:a16="http://schemas.microsoft.com/office/drawing/2014/main" id="{B71834C8-3C80-7A4B-B135-E12F8C1C5E19}"/>
              </a:ext>
            </a:extLst>
          </p:cNvPr>
          <p:cNvPicPr>
            <a:picLocks/>
          </p:cNvPicPr>
          <p:nvPr userDrawn="1"/>
        </p:nvPicPr>
        <p:blipFill>
          <a:blip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34001" y="144649"/>
            <a:ext cx="2466000" cy="246598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19" name="Content Placeholder 6 format margin gutterc">
            <a:extLst>
              <a:ext uri="{FF2B5EF4-FFF2-40B4-BE49-F238E27FC236}">
                <a16:creationId xmlns:a16="http://schemas.microsoft.com/office/drawing/2014/main" id="{BA92B959-A7D4-5F47-B4BA-331D99482BC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1" y="4148139"/>
            <a:ext cx="3810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477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2215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2215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5" name="Content Placeholder 6 format margin gutterc">
            <a:extLst>
              <a:ext uri="{FF2B5EF4-FFF2-40B4-BE49-F238E27FC236}">
                <a16:creationId xmlns:a16="http://schemas.microsoft.com/office/drawing/2014/main" id="{A62D0468-D860-A548-A221-FCA1783B5AC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62001" y="4767263"/>
            <a:ext cx="3810000" cy="14859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231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231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231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231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231" b="0" i="0" dirty="0">
                <a:solidFill>
                  <a:schemeClr val="lt1"/>
                </a:solidFill>
              </a:defRPr>
            </a:lvl5pPr>
          </a:lstStyle>
          <a:p>
            <a:pPr lvl="0" algn="ctr" defTabSz="1125444"/>
            <a:r>
              <a:rPr lang="fr-FR"/>
              <a:t>Modifiez les styles du texte du masque</a:t>
            </a:r>
          </a:p>
          <a:p>
            <a:pPr lvl="1" algn="ctr" defTabSz="1125444"/>
            <a:r>
              <a:rPr lang="fr-FR"/>
              <a:t>Deuxième niveau</a:t>
            </a:r>
          </a:p>
          <a:p>
            <a:pPr lvl="2" algn="ctr" defTabSz="1125444"/>
            <a:r>
              <a:rPr lang="fr-FR"/>
              <a:t>Troisième niveau</a:t>
            </a:r>
          </a:p>
          <a:p>
            <a:pPr lvl="3" algn="ctr" defTabSz="1125444"/>
            <a:r>
              <a:rPr lang="fr-FR"/>
              <a:t>Quatrième niveau</a:t>
            </a:r>
          </a:p>
          <a:p>
            <a:pPr lvl="4" algn="ctr" defTabSz="1125444"/>
            <a:r>
              <a:rPr lang="fr-FR"/>
              <a:t>Cinquième niveau</a:t>
            </a:r>
          </a:p>
        </p:txBody>
      </p:sp>
      <p:sp>
        <p:nvSpPr>
          <p:cNvPr id="2" name="Titre 1 format margin gutterc"/>
          <p:cNvSpPr>
            <a:spLocks noGrp="1"/>
          </p:cNvSpPr>
          <p:nvPr>
            <p:ph type="title" hasCustomPrompt="1"/>
          </p:nvPr>
        </p:nvSpPr>
        <p:spPr>
          <a:xfrm>
            <a:off x="762001" y="3529014"/>
            <a:ext cx="3810000" cy="619125"/>
          </a:xfrm>
        </p:spPr>
        <p:txBody>
          <a:bodyPr lIns="0" tIns="0" rIns="0" bIns="0" anchor="ctr">
            <a:normAutofit/>
          </a:bodyPr>
          <a:lstStyle>
            <a:lvl1pPr algn="ctr">
              <a:defRPr sz="2215" b="1" i="0">
                <a:solidFill>
                  <a:schemeClr val="bg1"/>
                </a:solidFill>
                <a:uFillTx/>
                <a:latin typeface="Arial Nova Condensed" panose="020B0506020202020204" pitchFamily="34" charset="0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32" name="Text Placeholder 7 format margin gutterc">
            <a:extLst>
              <a:ext uri="{FF2B5EF4-FFF2-40B4-BE49-F238E27FC236}">
                <a16:creationId xmlns:a16="http://schemas.microsoft.com/office/drawing/2014/main" id="{6C0EB681-2BED-464C-8537-0F482E2987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76801" y="619123"/>
            <a:ext cx="6553200" cy="4148138"/>
          </a:xfrm>
        </p:spPr>
        <p:txBody>
          <a:bodyPr lIns="76200" tIns="76200" rIns="76200" bIns="76200" anchor="t">
            <a:normAutofit/>
          </a:bodyPr>
          <a:lstStyle>
            <a:lvl1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1pPr>
            <a:lvl2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2pPr>
            <a:lvl3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3pPr>
            <a:lvl4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4pPr>
            <a:lvl5pPr>
              <a:lnSpc>
                <a:spcPct val="120000"/>
              </a:lnSpc>
              <a:defRPr sz="1108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grpSp>
        <p:nvGrpSpPr>
          <p:cNvPr id="4" name="Group 3 format margin gutterc">
            <a:extLst>
              <a:ext uri="{FF2B5EF4-FFF2-40B4-BE49-F238E27FC236}">
                <a16:creationId xmlns:a16="http://schemas.microsoft.com/office/drawing/2014/main" id="{263264AB-1798-734E-B2B0-B1C839EC105D}"/>
              </a:ext>
            </a:extLst>
          </p:cNvPr>
          <p:cNvGrpSpPr/>
          <p:nvPr userDrawn="1"/>
        </p:nvGrpSpPr>
        <p:grpSpPr>
          <a:xfrm>
            <a:off x="4876801" y="5351276"/>
            <a:ext cx="6553200" cy="309564"/>
            <a:chOff x="3962400" y="309563"/>
            <a:chExt cx="1609725" cy="309564"/>
          </a:xfrm>
        </p:grpSpPr>
        <p:sp>
          <p:nvSpPr>
            <p:cNvPr id="22" name="Rectangle 1 format margin gutterc">
              <a:extLst>
                <a:ext uri="{FF2B5EF4-FFF2-40B4-BE49-F238E27FC236}">
                  <a16:creationId xmlns:a16="http://schemas.microsoft.com/office/drawing/2014/main" id="{61F61A3B-5E69-6442-8896-FB160394E819}"/>
                </a:ext>
              </a:extLst>
            </p:cNvPr>
            <p:cNvSpPr/>
            <p:nvPr userDrawn="1"/>
          </p:nvSpPr>
          <p:spPr>
            <a:xfrm>
              <a:off x="3962400" y="309564"/>
              <a:ext cx="1609725" cy="30956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fr-FR" sz="2215" b="1">
                <a:solidFill>
                  <a:srgbClr val="FFFFFF"/>
                </a:solidFill>
                <a:latin typeface="Arial Nova Condensed" panose="020B0506020202020204" pitchFamily="34" charset="0"/>
              </a:endParaRPr>
            </a:p>
          </p:txBody>
        </p:sp>
        <p:sp>
          <p:nvSpPr>
            <p:cNvPr id="3" name="TextBox 2 format margin gutterc">
              <a:extLst>
                <a:ext uri="{FF2B5EF4-FFF2-40B4-BE49-F238E27FC236}">
                  <a16:creationId xmlns:a16="http://schemas.microsoft.com/office/drawing/2014/main" id="{00C9EC7A-4A5F-4C4C-A5EE-BD7ED5C7F3F8}"/>
                </a:ext>
              </a:extLst>
            </p:cNvPr>
            <p:cNvSpPr txBox="1"/>
            <p:nvPr userDrawn="1"/>
          </p:nvSpPr>
          <p:spPr>
            <a:xfrm>
              <a:off x="3962400" y="309563"/>
              <a:ext cx="1609725" cy="30956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fr-FR" sz="1231" b="1">
                  <a:solidFill>
                    <a:srgbClr val="FFFFFF"/>
                  </a:solidFill>
                  <a:latin typeface="Arial Nova Condensed" panose="020B0506020202020204" pitchFamily="34" charset="0"/>
                </a:rPr>
                <a:t>Compétences </a:t>
              </a:r>
            </a:p>
          </p:txBody>
        </p:sp>
      </p:grpSp>
      <p:sp>
        <p:nvSpPr>
          <p:cNvPr id="12" name="Text Placeholder 7 format margin gutterc">
            <a:extLst>
              <a:ext uri="{FF2B5EF4-FFF2-40B4-BE49-F238E27FC236}">
                <a16:creationId xmlns:a16="http://schemas.microsoft.com/office/drawing/2014/main" id="{A0E2CA01-8DA0-B840-8956-178889D6493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76807" y="5660839"/>
            <a:ext cx="6553200" cy="1052513"/>
          </a:xfrm>
        </p:spPr>
        <p:txBody>
          <a:bodyPr lIns="76200" tIns="76200" rIns="76200" bIns="76200" numCol="2" spcCol="360000" anchor="t"/>
          <a:lstStyle>
            <a:lvl1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4957348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ver-ornament format margin gutterc">
            <a:extLst>
              <a:ext uri="{FF2B5EF4-FFF2-40B4-BE49-F238E27FC236}">
                <a16:creationId xmlns:a16="http://schemas.microsoft.com/office/drawing/2014/main" id="{80F5F324-89D6-474D-8181-E7A80454C70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1912145"/>
            <a:ext cx="3335529" cy="3033713"/>
          </a:xfrm>
          <a:prstGeom prst="rect">
            <a:avLst/>
          </a:prstGeom>
        </p:spPr>
      </p:pic>
      <p:sp>
        <p:nvSpPr>
          <p:cNvPr id="14" name="Rectangle 3 format margin gutterc">
            <a:extLst>
              <a:ext uri="{FF2B5EF4-FFF2-40B4-BE49-F238E27FC236}">
                <a16:creationId xmlns:a16="http://schemas.microsoft.com/office/drawing/2014/main" id="{468487F4-25F4-5D45-9FE5-5B056167F99A}"/>
              </a:ext>
            </a:extLst>
          </p:cNvPr>
          <p:cNvSpPr/>
          <p:nvPr userDrawn="1"/>
        </p:nvSpPr>
        <p:spPr>
          <a:xfrm>
            <a:off x="3962402" y="0"/>
            <a:ext cx="2895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2215">
              <a:solidFill>
                <a:srgbClr val="FFFFFF"/>
              </a:solidFill>
            </a:endParaRPr>
          </a:p>
        </p:txBody>
      </p:sp>
      <p:sp>
        <p:nvSpPr>
          <p:cNvPr id="2" name="Title 1 format margin gutterc">
            <a:extLst>
              <a:ext uri="{FF2B5EF4-FFF2-40B4-BE49-F238E27FC236}">
                <a16:creationId xmlns:a16="http://schemas.microsoft.com/office/drawing/2014/main" id="{FE2EF98B-1ED3-C943-B7F1-8D78F0D28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476500"/>
            <a:ext cx="3352800" cy="866775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66E51A-88A9-F643-A1CC-A94E18174F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11" name="Picture Placeholder 2 format margin gutterc padding">
            <a:extLst>
              <a:ext uri="{FF2B5EF4-FFF2-40B4-BE49-F238E27FC236}">
                <a16:creationId xmlns:a16="http://schemas.microsoft.com/office/drawing/2014/main" id="{CAAE0AFF-8DDF-7849-9714-1BB0CCBEA8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91001" y="2438400"/>
            <a:ext cx="2438400" cy="1981200"/>
          </a:xfrm>
          <a:solidFill>
            <a:srgbClr val="FFFED6"/>
          </a:solidFill>
        </p:spPr>
        <p:txBody>
          <a:bodyPr anchor="ctr">
            <a:normAutofit/>
          </a:bodyPr>
          <a:lstStyle>
            <a:lvl1pPr algn="ctr">
              <a:defRPr sz="2215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2" name="Text Placeholder 7 format margin gutterc">
            <a:extLst>
              <a:ext uri="{FF2B5EF4-FFF2-40B4-BE49-F238E27FC236}">
                <a16:creationId xmlns:a16="http://schemas.microsoft.com/office/drawing/2014/main" id="{41F2EBD5-FEEC-D040-A88D-FFD9A51FF5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91001" y="495300"/>
            <a:ext cx="2438400" cy="1733550"/>
          </a:xfrm>
        </p:spPr>
        <p:txBody>
          <a:bodyPr lIns="0" tIns="0" rIns="0" bIns="0" anchor="b"/>
          <a:lstStyle>
            <a:lvl1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2pPr>
            <a:lvl3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3pPr>
            <a:lvl4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4pPr>
            <a:lvl5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Text Placeholder 7 format margin gutterc">
            <a:extLst>
              <a:ext uri="{FF2B5EF4-FFF2-40B4-BE49-F238E27FC236}">
                <a16:creationId xmlns:a16="http://schemas.microsoft.com/office/drawing/2014/main" id="{334240BB-851A-DC43-8EE0-6C18AEBE62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1001" y="4643438"/>
            <a:ext cx="2438400" cy="1733550"/>
          </a:xfrm>
        </p:spPr>
        <p:txBody>
          <a:bodyPr lIns="0" tIns="0" rIns="0" bIns="0" anchor="t"/>
          <a:lstStyle>
            <a:lvl1pPr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2pPr>
            <a:lvl3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3pPr>
            <a:lvl4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4pPr>
            <a:lvl5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40204426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message 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0" y="1423989"/>
            <a:ext cx="6096000" cy="1162051"/>
          </a:xfrm>
        </p:spPr>
        <p:txBody>
          <a:bodyPr anchor="b"/>
          <a:lstStyle>
            <a:lvl1pPr algn="l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7" name="Text Placeholder 6 format margin gutterc">
            <a:extLst>
              <a:ext uri="{FF2B5EF4-FFF2-40B4-BE49-F238E27FC236}">
                <a16:creationId xmlns:a16="http://schemas.microsoft.com/office/drawing/2014/main" id="{A4D0DB50-FB3B-2049-AB4D-FBA371BBF1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4000" y="2724150"/>
            <a:ext cx="6096000" cy="2414588"/>
          </a:xfr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3"/>
                </a:solidFill>
              </a:defRPr>
            </a:lvl1pPr>
            <a:lvl2pPr>
              <a:lnSpc>
                <a:spcPct val="150000"/>
              </a:lnSpc>
              <a:defRPr>
                <a:solidFill>
                  <a:schemeClr val="accent3"/>
                </a:solidFill>
              </a:defRPr>
            </a:lvl2pPr>
            <a:lvl3pPr>
              <a:lnSpc>
                <a:spcPct val="150000"/>
              </a:lnSpc>
              <a:defRPr>
                <a:solidFill>
                  <a:schemeClr val="accent3"/>
                </a:solidFill>
              </a:defRPr>
            </a:lvl3pPr>
            <a:lvl4pPr>
              <a:lnSpc>
                <a:spcPct val="150000"/>
              </a:lnSpc>
              <a:defRPr>
                <a:solidFill>
                  <a:schemeClr val="accent3"/>
                </a:solidFill>
              </a:defRPr>
            </a:lvl4pPr>
            <a:lvl5pPr>
              <a:lnSpc>
                <a:spcPct val="150000"/>
              </a:lnSpc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2E749A-4467-9444-A8C0-97FEDB959F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2" y="928690"/>
            <a:ext cx="3335140" cy="303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705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9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uverture fi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 format margin gutterc">
            <a:extLst>
              <a:ext uri="{FF2B5EF4-FFF2-40B4-BE49-F238E27FC236}">
                <a16:creationId xmlns:a16="http://schemas.microsoft.com/office/drawing/2014/main" id="{FBDF57D5-9CF0-0F4F-BFBA-9560AB141FE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76401" y="4271963"/>
            <a:ext cx="3810000" cy="1485900"/>
          </a:xfrm>
          <a:prstGeom prst="roundRect">
            <a:avLst>
              <a:gd name="adj" fmla="val 1150"/>
            </a:avLst>
          </a:prstGeom>
          <a:solidFill>
            <a:schemeClr val="tx1">
              <a:alpha val="1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none" lIns="187569" tIns="187569" rIns="187569" bIns="187569" anchor="ctr">
            <a:noAutofit/>
          </a:bodyPr>
          <a:lstStyle/>
          <a:p>
            <a:pPr eaLnBrk="0" hangingPunct="0">
              <a:lnSpc>
                <a:spcPct val="110000"/>
              </a:lnSpc>
              <a:buClr>
                <a:srgbClr val="6699CC"/>
              </a:buClr>
              <a:buSzPct val="110000"/>
              <a:defRPr/>
            </a:pPr>
            <a:endParaRPr lang="fr-FR" sz="1477">
              <a:solidFill>
                <a:srgbClr val="FFFFFF"/>
              </a:solidFill>
              <a:latin typeface="Arial Nova Condensed" panose="020B0506020202020204" pitchFamily="34" charset="0"/>
              <a:cs typeface="Arial Narrow"/>
            </a:endParaRPr>
          </a:p>
        </p:txBody>
      </p:sp>
      <p:sp>
        <p:nvSpPr>
          <p:cNvPr id="7" name="Rounded Rectangle 7 format margin gutterc">
            <a:extLst>
              <a:ext uri="{FF2B5EF4-FFF2-40B4-BE49-F238E27FC236}">
                <a16:creationId xmlns:a16="http://schemas.microsoft.com/office/drawing/2014/main" id="{D4C87301-2115-E948-998F-5D0DBE2277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05601" y="4271963"/>
            <a:ext cx="3810000" cy="1485900"/>
          </a:xfrm>
          <a:prstGeom prst="roundRect">
            <a:avLst>
              <a:gd name="adj" fmla="val 862"/>
            </a:avLst>
          </a:prstGeom>
          <a:solidFill>
            <a:schemeClr val="tx1">
              <a:alpha val="1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none" lIns="187569" tIns="187569" rIns="187569" bIns="187569" anchor="ctr">
            <a:noAutofit/>
          </a:bodyPr>
          <a:lstStyle/>
          <a:p>
            <a:pPr eaLnBrk="0" hangingPunct="0">
              <a:lnSpc>
                <a:spcPct val="110000"/>
              </a:lnSpc>
              <a:buClr>
                <a:srgbClr val="6699CC"/>
              </a:buClr>
              <a:buSzPct val="110000"/>
              <a:defRPr/>
            </a:pPr>
            <a:endParaRPr lang="fr-FR" sz="1477">
              <a:solidFill>
                <a:srgbClr val="FFFFFF"/>
              </a:solidFill>
              <a:latin typeface="Arial Nova Condensed" panose="020B0506020202020204" pitchFamily="34" charset="0"/>
              <a:cs typeface="Arial Narrow"/>
            </a:endParaRPr>
          </a:p>
        </p:txBody>
      </p:sp>
      <p:pic>
        <p:nvPicPr>
          <p:cNvPr id="8" name="Graphic 5 format margin gutterc">
            <a:extLst>
              <a:ext uri="{FF2B5EF4-FFF2-40B4-BE49-F238E27FC236}">
                <a16:creationId xmlns:a16="http://schemas.microsoft.com/office/drawing/2014/main" id="{D31C0C14-08A6-3B4C-9C6F-CF9808FAEE2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931025"/>
            <a:ext cx="1524000" cy="1369399"/>
          </a:xfrm>
          <a:prstGeom prst="rect">
            <a:avLst/>
          </a:prstGeom>
        </p:spPr>
      </p:pic>
      <p:sp>
        <p:nvSpPr>
          <p:cNvPr id="5" name="TextBox 4 format margin gutterc">
            <a:extLst>
              <a:ext uri="{FF2B5EF4-FFF2-40B4-BE49-F238E27FC236}">
                <a16:creationId xmlns:a16="http://schemas.microsoft.com/office/drawing/2014/main" id="{3E784DC0-1BE2-6F4C-ACC9-20ECECB49B2F}"/>
              </a:ext>
            </a:extLst>
          </p:cNvPr>
          <p:cNvSpPr txBox="1"/>
          <p:nvPr userDrawn="1"/>
        </p:nvSpPr>
        <p:spPr>
          <a:xfrm>
            <a:off x="3048000" y="2476501"/>
            <a:ext cx="6096000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477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138 avenue des Champs Élysées − 75008 Paris</a:t>
            </a:r>
          </a:p>
        </p:txBody>
      </p:sp>
      <p:sp>
        <p:nvSpPr>
          <p:cNvPr id="11" name="Titre 1 format margin gutterc">
            <a:extLst>
              <a:ext uri="{FF2B5EF4-FFF2-40B4-BE49-F238E27FC236}">
                <a16:creationId xmlns:a16="http://schemas.microsoft.com/office/drawing/2014/main" id="{19DFEAB9-48C7-2045-8EFB-CDA9E67E7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0311" y="4333876"/>
            <a:ext cx="3810000" cy="371475"/>
          </a:xfrm>
        </p:spPr>
        <p:txBody>
          <a:bodyPr lIns="101600" tIns="0" rIns="101600" bIns="0" anchor="b">
            <a:normAutofit/>
          </a:bodyPr>
          <a:lstStyle>
            <a:lvl1pPr algn="l">
              <a:defRPr sz="2215" b="1" i="0">
                <a:solidFill>
                  <a:schemeClr val="tx1"/>
                </a:solidFill>
                <a:uFillTx/>
                <a:latin typeface="Arial Nova Condensed" panose="020B0506020202020204" pitchFamily="34" charset="0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13" name="Text Placeholder 7 format margin gutterc">
            <a:extLst>
              <a:ext uri="{FF2B5EF4-FFF2-40B4-BE49-F238E27FC236}">
                <a16:creationId xmlns:a16="http://schemas.microsoft.com/office/drawing/2014/main" id="{1A13BFBE-FB96-164E-B5D4-D45CDC1BF6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6401" y="4705350"/>
            <a:ext cx="3810000" cy="247650"/>
          </a:xfrm>
        </p:spPr>
        <p:txBody>
          <a:bodyPr lIns="101600" tIns="0" rIns="101600" bIns="0" anchor="t">
            <a:noAutofit/>
          </a:bodyPr>
          <a:lstStyle>
            <a:lvl1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1pPr>
            <a:lvl2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2pPr>
            <a:lvl3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3pPr>
            <a:lvl4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4pPr>
            <a:lvl5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Text Placeholder 7 format margin gutterc">
            <a:extLst>
              <a:ext uri="{FF2B5EF4-FFF2-40B4-BE49-F238E27FC236}">
                <a16:creationId xmlns:a16="http://schemas.microsoft.com/office/drawing/2014/main" id="{E2ABAAA6-9B79-6B42-9A5D-2EFBF7C481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6399" y="5138744"/>
            <a:ext cx="3810000" cy="557213"/>
          </a:xfrm>
        </p:spPr>
        <p:txBody>
          <a:bodyPr lIns="101600" tIns="0" rIns="101600" bIns="0" anchor="t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1pPr>
            <a:lvl2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2pPr>
            <a:lvl3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3pPr>
            <a:lvl4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4pPr>
            <a:lvl5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5" name="TextBox 4 format margin gutterc">
            <a:extLst>
              <a:ext uri="{FF2B5EF4-FFF2-40B4-BE49-F238E27FC236}">
                <a16:creationId xmlns:a16="http://schemas.microsoft.com/office/drawing/2014/main" id="{E026B994-26A3-BE44-AE79-CA8AFE90F997}"/>
              </a:ext>
            </a:extLst>
          </p:cNvPr>
          <p:cNvSpPr txBox="1"/>
          <p:nvPr userDrawn="1"/>
        </p:nvSpPr>
        <p:spPr>
          <a:xfrm>
            <a:off x="3048000" y="2971801"/>
            <a:ext cx="6096000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477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www.colombus-consulting.com</a:t>
            </a:r>
          </a:p>
        </p:txBody>
      </p:sp>
      <p:sp>
        <p:nvSpPr>
          <p:cNvPr id="17" name="Text Placeholder 7 format margin gutterc">
            <a:extLst>
              <a:ext uri="{FF2B5EF4-FFF2-40B4-BE49-F238E27FC236}">
                <a16:creationId xmlns:a16="http://schemas.microsoft.com/office/drawing/2014/main" id="{675F31CD-5CA4-4643-A8D8-58D0C9B717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05601" y="4705350"/>
            <a:ext cx="3810000" cy="247650"/>
          </a:xfrm>
        </p:spPr>
        <p:txBody>
          <a:bodyPr lIns="101600" tIns="0" rIns="101600" bIns="0" anchor="t">
            <a:noAutofit/>
          </a:bodyPr>
          <a:lstStyle>
            <a:lvl1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1pPr>
            <a:lvl2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2pPr>
            <a:lvl3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3pPr>
            <a:lvl4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4pPr>
            <a:lvl5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8" name="Text Placeholder 7 format margin gutterc">
            <a:extLst>
              <a:ext uri="{FF2B5EF4-FFF2-40B4-BE49-F238E27FC236}">
                <a16:creationId xmlns:a16="http://schemas.microsoft.com/office/drawing/2014/main" id="{317E64B1-2247-D047-98BE-5A0513074D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05601" y="5138739"/>
            <a:ext cx="3810000" cy="557213"/>
          </a:xfrm>
        </p:spPr>
        <p:txBody>
          <a:bodyPr lIns="101600" tIns="0" rIns="101600" bIns="0" anchor="t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1pPr>
            <a:lvl2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2pPr>
            <a:lvl3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3pPr>
            <a:lvl4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4pPr>
            <a:lvl5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Text Placeholder 7 format margin gutterc">
            <a:extLst>
              <a:ext uri="{FF2B5EF4-FFF2-40B4-BE49-F238E27FC236}">
                <a16:creationId xmlns:a16="http://schemas.microsoft.com/office/drawing/2014/main" id="{2F71507A-66A0-C241-B3E2-68E31814068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05601" y="4333876"/>
            <a:ext cx="3810000" cy="371475"/>
          </a:xfrm>
        </p:spPr>
        <p:txBody>
          <a:bodyPr lIns="101600" tIns="0" rIns="101600" bIns="0" anchor="b">
            <a:noAutofit/>
          </a:bodyPr>
          <a:lstStyle>
            <a:lvl1pPr>
              <a:defRPr sz="2215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1pPr>
            <a:lvl2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2pPr>
            <a:lvl3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3pPr>
            <a:lvl4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4pPr>
            <a:lvl5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0" name="TextBox 4 format margin gutterc">
            <a:extLst>
              <a:ext uri="{FF2B5EF4-FFF2-40B4-BE49-F238E27FC236}">
                <a16:creationId xmlns:a16="http://schemas.microsoft.com/office/drawing/2014/main" id="{39586B2E-BD4F-BE43-816D-C3DC1741DAEE}"/>
              </a:ext>
            </a:extLst>
          </p:cNvPr>
          <p:cNvSpPr txBox="1"/>
          <p:nvPr userDrawn="1"/>
        </p:nvSpPr>
        <p:spPr>
          <a:xfrm>
            <a:off x="3048000" y="2724151"/>
            <a:ext cx="6096000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477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Téléphone : +33 (0)1 42 81 81 50</a:t>
            </a:r>
          </a:p>
        </p:txBody>
      </p:sp>
    </p:spTree>
    <p:extLst>
      <p:ext uri="{BB962C8B-B14F-4D97-AF65-F5344CB8AC3E}">
        <p14:creationId xmlns:p14="http://schemas.microsoft.com/office/powerpoint/2010/main" val="2209873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uverture fi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 format margin gutterc">
            <a:extLst>
              <a:ext uri="{FF2B5EF4-FFF2-40B4-BE49-F238E27FC236}">
                <a16:creationId xmlns:a16="http://schemas.microsoft.com/office/drawing/2014/main" id="{FBDF57D5-9CF0-0F4F-BFBA-9560AB141FE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76401" y="4271963"/>
            <a:ext cx="3810000" cy="1485900"/>
          </a:xfrm>
          <a:prstGeom prst="roundRect">
            <a:avLst>
              <a:gd name="adj" fmla="val 1150"/>
            </a:avLst>
          </a:prstGeom>
          <a:solidFill>
            <a:schemeClr val="tx1">
              <a:alpha val="1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none" lIns="187569" tIns="187569" rIns="187569" bIns="187569" anchor="ctr">
            <a:noAutofit/>
          </a:bodyPr>
          <a:lstStyle/>
          <a:p>
            <a:pPr eaLnBrk="0" hangingPunct="0">
              <a:lnSpc>
                <a:spcPct val="110000"/>
              </a:lnSpc>
              <a:buClr>
                <a:srgbClr val="6699CC"/>
              </a:buClr>
              <a:buSzPct val="110000"/>
              <a:defRPr/>
            </a:pPr>
            <a:endParaRPr lang="fr-FR" sz="1477">
              <a:solidFill>
                <a:srgbClr val="FFFFFF"/>
              </a:solidFill>
              <a:latin typeface="Arial Nova Condensed" panose="020B0506020202020204" pitchFamily="34" charset="0"/>
              <a:cs typeface="Arial Narrow"/>
            </a:endParaRPr>
          </a:p>
        </p:txBody>
      </p:sp>
      <p:sp>
        <p:nvSpPr>
          <p:cNvPr id="7" name="Rounded Rectangle 7 format margin gutterc">
            <a:extLst>
              <a:ext uri="{FF2B5EF4-FFF2-40B4-BE49-F238E27FC236}">
                <a16:creationId xmlns:a16="http://schemas.microsoft.com/office/drawing/2014/main" id="{D4C87301-2115-E948-998F-5D0DBE2277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05601" y="4271963"/>
            <a:ext cx="3810000" cy="1485900"/>
          </a:xfrm>
          <a:prstGeom prst="roundRect">
            <a:avLst>
              <a:gd name="adj" fmla="val 862"/>
            </a:avLst>
          </a:prstGeom>
          <a:solidFill>
            <a:schemeClr val="tx1">
              <a:alpha val="1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none" lIns="187569" tIns="187569" rIns="187569" bIns="187569" anchor="ctr">
            <a:noAutofit/>
          </a:bodyPr>
          <a:lstStyle/>
          <a:p>
            <a:pPr eaLnBrk="0" hangingPunct="0">
              <a:lnSpc>
                <a:spcPct val="110000"/>
              </a:lnSpc>
              <a:buClr>
                <a:srgbClr val="6699CC"/>
              </a:buClr>
              <a:buSzPct val="110000"/>
              <a:defRPr/>
            </a:pPr>
            <a:endParaRPr lang="fr-FR" sz="1477">
              <a:solidFill>
                <a:srgbClr val="FFFFFF"/>
              </a:solidFill>
              <a:latin typeface="Arial Nova Condensed" panose="020B0506020202020204" pitchFamily="34" charset="0"/>
              <a:cs typeface="Arial Narrow"/>
            </a:endParaRPr>
          </a:p>
        </p:txBody>
      </p:sp>
      <p:pic>
        <p:nvPicPr>
          <p:cNvPr id="8" name="Graphic 5 format margin gutterc">
            <a:extLst>
              <a:ext uri="{FF2B5EF4-FFF2-40B4-BE49-F238E27FC236}">
                <a16:creationId xmlns:a16="http://schemas.microsoft.com/office/drawing/2014/main" id="{D31C0C14-08A6-3B4C-9C6F-CF9808FAEE2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931025"/>
            <a:ext cx="1524000" cy="1369399"/>
          </a:xfrm>
          <a:prstGeom prst="rect">
            <a:avLst/>
          </a:prstGeom>
        </p:spPr>
      </p:pic>
      <p:sp>
        <p:nvSpPr>
          <p:cNvPr id="5" name="TextBox 4 format margin gutterc">
            <a:extLst>
              <a:ext uri="{FF2B5EF4-FFF2-40B4-BE49-F238E27FC236}">
                <a16:creationId xmlns:a16="http://schemas.microsoft.com/office/drawing/2014/main" id="{3E784DC0-1BE2-6F4C-ACC9-20ECECB49B2F}"/>
              </a:ext>
            </a:extLst>
          </p:cNvPr>
          <p:cNvSpPr txBox="1"/>
          <p:nvPr userDrawn="1"/>
        </p:nvSpPr>
        <p:spPr>
          <a:xfrm>
            <a:off x="3048000" y="2476501"/>
            <a:ext cx="6096000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477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138 avenue des Champs Élysées − 75008 Paris</a:t>
            </a:r>
          </a:p>
        </p:txBody>
      </p:sp>
      <p:sp>
        <p:nvSpPr>
          <p:cNvPr id="11" name="Titre 1 format margin gutterc">
            <a:extLst>
              <a:ext uri="{FF2B5EF4-FFF2-40B4-BE49-F238E27FC236}">
                <a16:creationId xmlns:a16="http://schemas.microsoft.com/office/drawing/2014/main" id="{19DFEAB9-48C7-2045-8EFB-CDA9E67E7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0311" y="4333876"/>
            <a:ext cx="3810000" cy="371475"/>
          </a:xfrm>
        </p:spPr>
        <p:txBody>
          <a:bodyPr lIns="101600" tIns="0" rIns="101600" bIns="0" anchor="b">
            <a:normAutofit/>
          </a:bodyPr>
          <a:lstStyle>
            <a:lvl1pPr algn="l">
              <a:defRPr sz="2215" b="1" i="0">
                <a:solidFill>
                  <a:schemeClr val="tx1"/>
                </a:solidFill>
                <a:uFillTx/>
                <a:latin typeface="Arial Nova Condensed" panose="020B0506020202020204" pitchFamily="34" charset="0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13" name="Text Placeholder 7 format margin gutterc">
            <a:extLst>
              <a:ext uri="{FF2B5EF4-FFF2-40B4-BE49-F238E27FC236}">
                <a16:creationId xmlns:a16="http://schemas.microsoft.com/office/drawing/2014/main" id="{1A13BFBE-FB96-164E-B5D4-D45CDC1BF6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6401" y="4705350"/>
            <a:ext cx="3810000" cy="247650"/>
          </a:xfrm>
        </p:spPr>
        <p:txBody>
          <a:bodyPr lIns="101600" tIns="0" rIns="101600" bIns="0" anchor="t">
            <a:noAutofit/>
          </a:bodyPr>
          <a:lstStyle>
            <a:lvl1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1pPr>
            <a:lvl2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2pPr>
            <a:lvl3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3pPr>
            <a:lvl4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4pPr>
            <a:lvl5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Text Placeholder 7 format margin gutterc">
            <a:extLst>
              <a:ext uri="{FF2B5EF4-FFF2-40B4-BE49-F238E27FC236}">
                <a16:creationId xmlns:a16="http://schemas.microsoft.com/office/drawing/2014/main" id="{E2ABAAA6-9B79-6B42-9A5D-2EFBF7C481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6399" y="5138744"/>
            <a:ext cx="3810000" cy="557213"/>
          </a:xfrm>
        </p:spPr>
        <p:txBody>
          <a:bodyPr lIns="101600" tIns="0" rIns="101600" bIns="0" anchor="t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1pPr>
            <a:lvl2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2pPr>
            <a:lvl3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3pPr>
            <a:lvl4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4pPr>
            <a:lvl5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5" name="TextBox 4 format margin gutterc">
            <a:extLst>
              <a:ext uri="{FF2B5EF4-FFF2-40B4-BE49-F238E27FC236}">
                <a16:creationId xmlns:a16="http://schemas.microsoft.com/office/drawing/2014/main" id="{E026B994-26A3-BE44-AE79-CA8AFE90F997}"/>
              </a:ext>
            </a:extLst>
          </p:cNvPr>
          <p:cNvSpPr txBox="1"/>
          <p:nvPr userDrawn="1"/>
        </p:nvSpPr>
        <p:spPr>
          <a:xfrm>
            <a:off x="3048000" y="2971801"/>
            <a:ext cx="6096000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477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www.colombus-consulting.com</a:t>
            </a:r>
          </a:p>
        </p:txBody>
      </p:sp>
      <p:sp>
        <p:nvSpPr>
          <p:cNvPr id="17" name="Text Placeholder 7 format margin gutterc">
            <a:extLst>
              <a:ext uri="{FF2B5EF4-FFF2-40B4-BE49-F238E27FC236}">
                <a16:creationId xmlns:a16="http://schemas.microsoft.com/office/drawing/2014/main" id="{675F31CD-5CA4-4643-A8D8-58D0C9B717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05601" y="4705350"/>
            <a:ext cx="3810000" cy="247650"/>
          </a:xfrm>
        </p:spPr>
        <p:txBody>
          <a:bodyPr lIns="101600" tIns="0" rIns="101600" bIns="0" anchor="t">
            <a:noAutofit/>
          </a:bodyPr>
          <a:lstStyle>
            <a:lvl1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1pPr>
            <a:lvl2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2pPr>
            <a:lvl3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3pPr>
            <a:lvl4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4pPr>
            <a:lvl5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8" name="Text Placeholder 7 format margin gutterc">
            <a:extLst>
              <a:ext uri="{FF2B5EF4-FFF2-40B4-BE49-F238E27FC236}">
                <a16:creationId xmlns:a16="http://schemas.microsoft.com/office/drawing/2014/main" id="{317E64B1-2247-D047-98BE-5A0513074D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05601" y="5138739"/>
            <a:ext cx="3810000" cy="557213"/>
          </a:xfrm>
        </p:spPr>
        <p:txBody>
          <a:bodyPr lIns="101600" tIns="0" rIns="101600" bIns="0" anchor="t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1pPr>
            <a:lvl2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2pPr>
            <a:lvl3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3pPr>
            <a:lvl4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4pPr>
            <a:lvl5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Text Placeholder 7 format margin gutterc">
            <a:extLst>
              <a:ext uri="{FF2B5EF4-FFF2-40B4-BE49-F238E27FC236}">
                <a16:creationId xmlns:a16="http://schemas.microsoft.com/office/drawing/2014/main" id="{2F71507A-66A0-C241-B3E2-68E31814068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05601" y="4333876"/>
            <a:ext cx="3810000" cy="371475"/>
          </a:xfrm>
        </p:spPr>
        <p:txBody>
          <a:bodyPr lIns="101600" tIns="0" rIns="101600" bIns="0" anchor="b">
            <a:noAutofit/>
          </a:bodyPr>
          <a:lstStyle>
            <a:lvl1pPr>
              <a:defRPr sz="2215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1pPr>
            <a:lvl2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2pPr>
            <a:lvl3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3pPr>
            <a:lvl4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4pPr>
            <a:lvl5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0" name="TextBox 4 format margin gutterc">
            <a:extLst>
              <a:ext uri="{FF2B5EF4-FFF2-40B4-BE49-F238E27FC236}">
                <a16:creationId xmlns:a16="http://schemas.microsoft.com/office/drawing/2014/main" id="{39586B2E-BD4F-BE43-816D-C3DC1741DAEE}"/>
              </a:ext>
            </a:extLst>
          </p:cNvPr>
          <p:cNvSpPr txBox="1"/>
          <p:nvPr userDrawn="1"/>
        </p:nvSpPr>
        <p:spPr>
          <a:xfrm>
            <a:off x="3048000" y="2724151"/>
            <a:ext cx="6096000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477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Téléphone : +33 (0)1 42 81 81 50</a:t>
            </a:r>
          </a:p>
        </p:txBody>
      </p:sp>
    </p:spTree>
    <p:extLst>
      <p:ext uri="{BB962C8B-B14F-4D97-AF65-F5344CB8AC3E}">
        <p14:creationId xmlns:p14="http://schemas.microsoft.com/office/powerpoint/2010/main" val="4601641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uverture fi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 format margin gutterc">
            <a:extLst>
              <a:ext uri="{FF2B5EF4-FFF2-40B4-BE49-F238E27FC236}">
                <a16:creationId xmlns:a16="http://schemas.microsoft.com/office/drawing/2014/main" id="{FBDF57D5-9CF0-0F4F-BFBA-9560AB141FE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76401" y="4271963"/>
            <a:ext cx="3810000" cy="1485900"/>
          </a:xfrm>
          <a:prstGeom prst="roundRect">
            <a:avLst>
              <a:gd name="adj" fmla="val 1150"/>
            </a:avLst>
          </a:prstGeom>
          <a:solidFill>
            <a:schemeClr val="tx1">
              <a:alpha val="1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none" lIns="187569" tIns="187569" rIns="187569" bIns="187569" anchor="ctr">
            <a:noAutofit/>
          </a:bodyPr>
          <a:lstStyle/>
          <a:p>
            <a:pPr eaLnBrk="0" hangingPunct="0">
              <a:lnSpc>
                <a:spcPct val="110000"/>
              </a:lnSpc>
              <a:buClr>
                <a:srgbClr val="6699CC"/>
              </a:buClr>
              <a:buSzPct val="110000"/>
              <a:defRPr/>
            </a:pPr>
            <a:endParaRPr lang="fr-FR" sz="1477">
              <a:solidFill>
                <a:srgbClr val="FFFFFF"/>
              </a:solidFill>
              <a:latin typeface="Arial Nova Condensed" panose="020B0506020202020204" pitchFamily="34" charset="0"/>
              <a:cs typeface="Arial Narrow"/>
            </a:endParaRPr>
          </a:p>
        </p:txBody>
      </p:sp>
      <p:sp>
        <p:nvSpPr>
          <p:cNvPr id="7" name="Rounded Rectangle 7 format margin gutterc">
            <a:extLst>
              <a:ext uri="{FF2B5EF4-FFF2-40B4-BE49-F238E27FC236}">
                <a16:creationId xmlns:a16="http://schemas.microsoft.com/office/drawing/2014/main" id="{D4C87301-2115-E948-998F-5D0DBE2277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05601" y="4271963"/>
            <a:ext cx="3810000" cy="1485900"/>
          </a:xfrm>
          <a:prstGeom prst="roundRect">
            <a:avLst>
              <a:gd name="adj" fmla="val 862"/>
            </a:avLst>
          </a:prstGeom>
          <a:solidFill>
            <a:schemeClr val="tx1">
              <a:alpha val="1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none" lIns="187569" tIns="187569" rIns="187569" bIns="187569" anchor="ctr">
            <a:noAutofit/>
          </a:bodyPr>
          <a:lstStyle/>
          <a:p>
            <a:pPr eaLnBrk="0" hangingPunct="0">
              <a:lnSpc>
                <a:spcPct val="110000"/>
              </a:lnSpc>
              <a:buClr>
                <a:srgbClr val="6699CC"/>
              </a:buClr>
              <a:buSzPct val="110000"/>
              <a:defRPr/>
            </a:pPr>
            <a:endParaRPr lang="fr-FR" sz="1477">
              <a:solidFill>
                <a:srgbClr val="FFFFFF"/>
              </a:solidFill>
              <a:latin typeface="Arial Nova Condensed" panose="020B0506020202020204" pitchFamily="34" charset="0"/>
              <a:cs typeface="Arial Narrow"/>
            </a:endParaRPr>
          </a:p>
        </p:txBody>
      </p:sp>
      <p:pic>
        <p:nvPicPr>
          <p:cNvPr id="8" name="Graphic 5 format margin gutterc">
            <a:extLst>
              <a:ext uri="{FF2B5EF4-FFF2-40B4-BE49-F238E27FC236}">
                <a16:creationId xmlns:a16="http://schemas.microsoft.com/office/drawing/2014/main" id="{D31C0C14-08A6-3B4C-9C6F-CF9808FAEE2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931025"/>
            <a:ext cx="1524000" cy="1369399"/>
          </a:xfrm>
          <a:prstGeom prst="rect">
            <a:avLst/>
          </a:prstGeom>
        </p:spPr>
      </p:pic>
      <p:sp>
        <p:nvSpPr>
          <p:cNvPr id="5" name="TextBox 4 format margin gutterc">
            <a:extLst>
              <a:ext uri="{FF2B5EF4-FFF2-40B4-BE49-F238E27FC236}">
                <a16:creationId xmlns:a16="http://schemas.microsoft.com/office/drawing/2014/main" id="{3E784DC0-1BE2-6F4C-ACC9-20ECECB49B2F}"/>
              </a:ext>
            </a:extLst>
          </p:cNvPr>
          <p:cNvSpPr txBox="1"/>
          <p:nvPr userDrawn="1"/>
        </p:nvSpPr>
        <p:spPr>
          <a:xfrm>
            <a:off x="3048000" y="2476501"/>
            <a:ext cx="6096000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477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138 avenue des Champs Élysées − 75008 Paris</a:t>
            </a:r>
          </a:p>
        </p:txBody>
      </p:sp>
      <p:sp>
        <p:nvSpPr>
          <p:cNvPr id="11" name="Titre 1 format margin gutterc">
            <a:extLst>
              <a:ext uri="{FF2B5EF4-FFF2-40B4-BE49-F238E27FC236}">
                <a16:creationId xmlns:a16="http://schemas.microsoft.com/office/drawing/2014/main" id="{19DFEAB9-48C7-2045-8EFB-CDA9E67E7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0311" y="4333876"/>
            <a:ext cx="3810000" cy="371475"/>
          </a:xfrm>
        </p:spPr>
        <p:txBody>
          <a:bodyPr lIns="101600" tIns="0" rIns="101600" bIns="0" anchor="b">
            <a:normAutofit/>
          </a:bodyPr>
          <a:lstStyle>
            <a:lvl1pPr algn="l">
              <a:defRPr sz="2215" b="1" i="0">
                <a:solidFill>
                  <a:schemeClr val="tx1"/>
                </a:solidFill>
                <a:uFillTx/>
                <a:latin typeface="Arial Nova Condensed" panose="020B0506020202020204" pitchFamily="34" charset="0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13" name="Text Placeholder 7 format margin gutterc">
            <a:extLst>
              <a:ext uri="{FF2B5EF4-FFF2-40B4-BE49-F238E27FC236}">
                <a16:creationId xmlns:a16="http://schemas.microsoft.com/office/drawing/2014/main" id="{1A13BFBE-FB96-164E-B5D4-D45CDC1BF6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6401" y="4705350"/>
            <a:ext cx="3810000" cy="247650"/>
          </a:xfrm>
        </p:spPr>
        <p:txBody>
          <a:bodyPr lIns="101600" tIns="0" rIns="101600" bIns="0" anchor="t">
            <a:noAutofit/>
          </a:bodyPr>
          <a:lstStyle>
            <a:lvl1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1pPr>
            <a:lvl2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2pPr>
            <a:lvl3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3pPr>
            <a:lvl4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4pPr>
            <a:lvl5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Text Placeholder 7 format margin gutterc">
            <a:extLst>
              <a:ext uri="{FF2B5EF4-FFF2-40B4-BE49-F238E27FC236}">
                <a16:creationId xmlns:a16="http://schemas.microsoft.com/office/drawing/2014/main" id="{E2ABAAA6-9B79-6B42-9A5D-2EFBF7C481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6399" y="5138744"/>
            <a:ext cx="3810000" cy="557213"/>
          </a:xfrm>
        </p:spPr>
        <p:txBody>
          <a:bodyPr lIns="101600" tIns="0" rIns="101600" bIns="0" anchor="t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1pPr>
            <a:lvl2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2pPr>
            <a:lvl3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3pPr>
            <a:lvl4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4pPr>
            <a:lvl5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5" name="TextBox 4 format margin gutterc">
            <a:extLst>
              <a:ext uri="{FF2B5EF4-FFF2-40B4-BE49-F238E27FC236}">
                <a16:creationId xmlns:a16="http://schemas.microsoft.com/office/drawing/2014/main" id="{E026B994-26A3-BE44-AE79-CA8AFE90F997}"/>
              </a:ext>
            </a:extLst>
          </p:cNvPr>
          <p:cNvSpPr txBox="1"/>
          <p:nvPr userDrawn="1"/>
        </p:nvSpPr>
        <p:spPr>
          <a:xfrm>
            <a:off x="3048000" y="2971801"/>
            <a:ext cx="6096000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477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www.colombus-consulting.com</a:t>
            </a:r>
          </a:p>
        </p:txBody>
      </p:sp>
      <p:sp>
        <p:nvSpPr>
          <p:cNvPr id="17" name="Text Placeholder 7 format margin gutterc">
            <a:extLst>
              <a:ext uri="{FF2B5EF4-FFF2-40B4-BE49-F238E27FC236}">
                <a16:creationId xmlns:a16="http://schemas.microsoft.com/office/drawing/2014/main" id="{675F31CD-5CA4-4643-A8D8-58D0C9B717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05601" y="4705350"/>
            <a:ext cx="3810000" cy="247650"/>
          </a:xfrm>
        </p:spPr>
        <p:txBody>
          <a:bodyPr lIns="101600" tIns="0" rIns="101600" bIns="0" anchor="t">
            <a:noAutofit/>
          </a:bodyPr>
          <a:lstStyle>
            <a:lvl1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1pPr>
            <a:lvl2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2pPr>
            <a:lvl3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3pPr>
            <a:lvl4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4pPr>
            <a:lvl5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8" name="Text Placeholder 7 format margin gutterc">
            <a:extLst>
              <a:ext uri="{FF2B5EF4-FFF2-40B4-BE49-F238E27FC236}">
                <a16:creationId xmlns:a16="http://schemas.microsoft.com/office/drawing/2014/main" id="{317E64B1-2247-D047-98BE-5A0513074D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05601" y="5138739"/>
            <a:ext cx="3810000" cy="557213"/>
          </a:xfrm>
        </p:spPr>
        <p:txBody>
          <a:bodyPr lIns="101600" tIns="0" rIns="101600" bIns="0" anchor="t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1pPr>
            <a:lvl2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2pPr>
            <a:lvl3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3pPr>
            <a:lvl4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4pPr>
            <a:lvl5pPr>
              <a:lnSpc>
                <a:spcPct val="120000"/>
              </a:lnSpc>
              <a:defRPr sz="1477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Text Placeholder 7 format margin gutterc">
            <a:extLst>
              <a:ext uri="{FF2B5EF4-FFF2-40B4-BE49-F238E27FC236}">
                <a16:creationId xmlns:a16="http://schemas.microsoft.com/office/drawing/2014/main" id="{2F71507A-66A0-C241-B3E2-68E31814068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05601" y="4333876"/>
            <a:ext cx="3810000" cy="371475"/>
          </a:xfrm>
        </p:spPr>
        <p:txBody>
          <a:bodyPr lIns="101600" tIns="0" rIns="101600" bIns="0" anchor="b">
            <a:noAutofit/>
          </a:bodyPr>
          <a:lstStyle>
            <a:lvl1pPr>
              <a:defRPr sz="2215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1pPr>
            <a:lvl2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2pPr>
            <a:lvl3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3pPr>
            <a:lvl4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4pPr>
            <a:lvl5pPr>
              <a:defRPr sz="1477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0" name="TextBox 4 format margin gutterc">
            <a:extLst>
              <a:ext uri="{FF2B5EF4-FFF2-40B4-BE49-F238E27FC236}">
                <a16:creationId xmlns:a16="http://schemas.microsoft.com/office/drawing/2014/main" id="{39586B2E-BD4F-BE43-816D-C3DC1741DAEE}"/>
              </a:ext>
            </a:extLst>
          </p:cNvPr>
          <p:cNvSpPr txBox="1"/>
          <p:nvPr userDrawn="1"/>
        </p:nvSpPr>
        <p:spPr>
          <a:xfrm>
            <a:off x="3048000" y="2724151"/>
            <a:ext cx="6096000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477" noProof="1">
                <a:solidFill>
                  <a:srgbClr val="FFFFFF"/>
                </a:solidFill>
                <a:latin typeface="Arial Nova Condensed" panose="020B0506020202020204" pitchFamily="34" charset="0"/>
              </a:rPr>
              <a:t>Téléphone : +33 (0)1 42 81 81 50</a:t>
            </a:r>
          </a:p>
        </p:txBody>
      </p:sp>
    </p:spTree>
    <p:extLst>
      <p:ext uri="{BB962C8B-B14F-4D97-AF65-F5344CB8AC3E}">
        <p14:creationId xmlns:p14="http://schemas.microsoft.com/office/powerpoint/2010/main" val="35985430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900A349-AC10-1B4C-944D-98197F44F7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" y="2"/>
            <a:ext cx="367836" cy="981075"/>
          </a:xfrm>
          <a:custGeom>
            <a:avLst/>
            <a:gdLst>
              <a:gd name="connsiteX0" fmla="*/ 0 w 298867"/>
              <a:gd name="connsiteY0" fmla="*/ 0 h 981075"/>
              <a:gd name="connsiteX1" fmla="*/ 298867 w 298867"/>
              <a:gd name="connsiteY1" fmla="*/ 0 h 981075"/>
              <a:gd name="connsiteX2" fmla="*/ 147373 w 298867"/>
              <a:gd name="connsiteY2" fmla="*/ 981075 h 981075"/>
              <a:gd name="connsiteX3" fmla="*/ 0 w 298867"/>
              <a:gd name="connsiteY3" fmla="*/ 981075 h 98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867" h="981075">
                <a:moveTo>
                  <a:pt x="0" y="0"/>
                </a:moveTo>
                <a:lnTo>
                  <a:pt x="298867" y="0"/>
                </a:lnTo>
                <a:lnTo>
                  <a:pt x="147373" y="981075"/>
                </a:lnTo>
                <a:lnTo>
                  <a:pt x="0" y="981075"/>
                </a:lnTo>
                <a:close/>
              </a:path>
            </a:pathLst>
          </a:custGeom>
          <a:solidFill>
            <a:srgbClr val="FFFED6"/>
          </a:solidFill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 algn="ctr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77599" y="6477000"/>
            <a:ext cx="609600" cy="185738"/>
          </a:xfrm>
        </p:spPr>
        <p:txBody>
          <a:bodyPr/>
          <a:lstStyle>
            <a:lvl1pPr>
              <a:defRPr sz="1108"/>
            </a:lvl1pPr>
          </a:lstStyle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305058D-463E-3748-8449-0A1BD7C2D9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1" y="1557338"/>
            <a:ext cx="10668000" cy="467995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43533499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uverture bleu">
  <p:cSld name="6_couverture bleu">
    <p:bg>
      <p:bgPr>
        <a:solidFill>
          <a:schemeClr val="dk2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4"/>
          <p:cNvSpPr txBox="1">
            <a:spLocks noGrp="1"/>
          </p:cNvSpPr>
          <p:nvPr>
            <p:ph type="title"/>
          </p:nvPr>
        </p:nvSpPr>
        <p:spPr>
          <a:xfrm>
            <a:off x="5334001" y="1671639"/>
            <a:ext cx="5638800" cy="154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08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954" b="1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" name="Google Shape;16;p44"/>
          <p:cNvPicPr preferRelativeResize="0"/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77600" y="6191250"/>
            <a:ext cx="609600" cy="44963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4"/>
          <p:cNvSpPr txBox="1">
            <a:spLocks noGrp="1"/>
          </p:cNvSpPr>
          <p:nvPr>
            <p:ph type="body" idx="1"/>
          </p:nvPr>
        </p:nvSpPr>
        <p:spPr>
          <a:xfrm>
            <a:off x="5333999" y="4457701"/>
            <a:ext cx="5638800" cy="1300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562722" lvl="0" indent="-281361" algn="l">
              <a:lnSpc>
                <a:spcPct val="150000"/>
              </a:lnSpc>
              <a:spcBef>
                <a:spcPts val="738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/>
            </a:lvl1pPr>
            <a:lvl2pPr marL="1125444" lvl="1" indent="-359517" algn="l">
              <a:lnSpc>
                <a:spcPct val="150000"/>
              </a:lnSpc>
              <a:spcBef>
                <a:spcPts val="738"/>
              </a:spcBef>
              <a:spcAft>
                <a:spcPts val="0"/>
              </a:spcAft>
              <a:buSzPts val="1000"/>
              <a:buChar char="▪"/>
              <a:defRPr/>
            </a:lvl2pPr>
            <a:lvl3pPr marL="1688165" lvl="2" indent="-359517" algn="l">
              <a:lnSpc>
                <a:spcPct val="150000"/>
              </a:lnSpc>
              <a:spcBef>
                <a:spcPts val="738"/>
              </a:spcBef>
              <a:spcAft>
                <a:spcPts val="0"/>
              </a:spcAft>
              <a:buSzPts val="1000"/>
              <a:buChar char="▪"/>
              <a:defRPr/>
            </a:lvl3pPr>
            <a:lvl4pPr marL="2250887" lvl="3" indent="-359517" algn="l">
              <a:lnSpc>
                <a:spcPct val="150000"/>
              </a:lnSpc>
              <a:spcBef>
                <a:spcPts val="738"/>
              </a:spcBef>
              <a:spcAft>
                <a:spcPts val="0"/>
              </a:spcAft>
              <a:buSzPts val="1000"/>
              <a:buChar char="▪"/>
              <a:defRPr/>
            </a:lvl4pPr>
            <a:lvl5pPr marL="2813609" lvl="4" indent="-359517" algn="l">
              <a:lnSpc>
                <a:spcPct val="150000"/>
              </a:lnSpc>
              <a:spcBef>
                <a:spcPts val="738"/>
              </a:spcBef>
              <a:spcAft>
                <a:spcPts val="0"/>
              </a:spcAft>
              <a:buSzPts val="1000"/>
              <a:buChar char="▪"/>
              <a:defRPr/>
            </a:lvl5pPr>
            <a:lvl6pPr marL="3376331" lvl="5" indent="-422041" algn="l">
              <a:spcBef>
                <a:spcPts val="443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939052" lvl="6" indent="-422041" algn="l">
              <a:spcBef>
                <a:spcPts val="443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4501774" lvl="7" indent="-422041" algn="l">
              <a:spcBef>
                <a:spcPts val="443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5064496" lvl="8" indent="-422041" algn="l">
              <a:spcBef>
                <a:spcPts val="443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81356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 ble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671639"/>
            <a:ext cx="5638800" cy="1547813"/>
          </a:xfrm>
          <a:prstGeom prst="rect">
            <a:avLst/>
          </a:prstGeom>
        </p:spPr>
        <p:txBody>
          <a:bodyPr lIns="0" tIns="0" rIns="0" bIns="50800" anchor="ctr">
            <a:norm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cxnSp>
        <p:nvCxnSpPr>
          <p:cNvPr id="5" name="Straight Connector 3 format margin gutterc">
            <a:extLst>
              <a:ext uri="{FF2B5EF4-FFF2-40B4-BE49-F238E27FC236}">
                <a16:creationId xmlns:a16="http://schemas.microsoft.com/office/drawing/2014/main" id="{186E63E4-DEA7-0148-A4AE-FBA12CB0D623}"/>
              </a:ext>
            </a:extLst>
          </p:cNvPr>
          <p:cNvCxnSpPr/>
          <p:nvPr userDrawn="1"/>
        </p:nvCxnSpPr>
        <p:spPr>
          <a:xfrm>
            <a:off x="5334001" y="4333875"/>
            <a:ext cx="5638800" cy="0"/>
          </a:xfrm>
          <a:prstGeom prst="line">
            <a:avLst/>
          </a:prstGeom>
          <a:ln w="127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28 format margin gutterc">
            <a:extLst>
              <a:ext uri="{FF2B5EF4-FFF2-40B4-BE49-F238E27FC236}">
                <a16:creationId xmlns:a16="http://schemas.microsoft.com/office/drawing/2014/main" id="{4ADA52EE-E510-E34F-AE4E-CA4ED0FA0C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7" name="Text Placeholder 3 format margin gutterc">
            <a:extLst>
              <a:ext uri="{FF2B5EF4-FFF2-40B4-BE49-F238E27FC236}">
                <a16:creationId xmlns:a16="http://schemas.microsoft.com/office/drawing/2014/main" id="{DF4092AF-D06C-9A4B-9EE3-8D6767FD42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9" y="4457701"/>
            <a:ext cx="5638800" cy="1300163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90A165-9E8D-4348-B754-E21D8DEFC9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2" y="928690"/>
            <a:ext cx="3335140" cy="303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299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93B4FE-0D36-1C4F-A456-ACBB52739C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1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671639"/>
            <a:ext cx="5638800" cy="1547813"/>
          </a:xfrm>
          <a:prstGeom prst="rect">
            <a:avLst/>
          </a:prstGeom>
        </p:spPr>
        <p:txBody>
          <a:bodyPr lIns="0" tIns="0" rIns="0" bIns="50800" anchor="ctr">
            <a:norm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9" name="cover-ornament format margin gutterc">
            <a:extLst>
              <a:ext uri="{FF2B5EF4-FFF2-40B4-BE49-F238E27FC236}">
                <a16:creationId xmlns:a16="http://schemas.microsoft.com/office/drawing/2014/main" id="{81AE62B9-4DD7-D743-AD59-0C43090E89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928689"/>
            <a:ext cx="3335529" cy="3033713"/>
          </a:xfrm>
          <a:prstGeom prst="rect">
            <a:avLst/>
          </a:prstGeom>
        </p:spPr>
      </p:pic>
      <p:cxnSp>
        <p:nvCxnSpPr>
          <p:cNvPr id="10" name="Straight Connector 3 format margin gutterc">
            <a:extLst>
              <a:ext uri="{FF2B5EF4-FFF2-40B4-BE49-F238E27FC236}">
                <a16:creationId xmlns:a16="http://schemas.microsoft.com/office/drawing/2014/main" id="{E4B4149A-23A2-FB46-82A1-C4483BEA50C5}"/>
              </a:ext>
            </a:extLst>
          </p:cNvPr>
          <p:cNvCxnSpPr/>
          <p:nvPr userDrawn="1"/>
        </p:nvCxnSpPr>
        <p:spPr>
          <a:xfrm>
            <a:off x="5334001" y="4333875"/>
            <a:ext cx="5638800" cy="0"/>
          </a:xfrm>
          <a:prstGeom prst="line">
            <a:avLst/>
          </a:prstGeom>
          <a:ln w="127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28 format margin gutterc">
            <a:extLst>
              <a:ext uri="{FF2B5EF4-FFF2-40B4-BE49-F238E27FC236}">
                <a16:creationId xmlns:a16="http://schemas.microsoft.com/office/drawing/2014/main" id="{A1E62A9A-ADD1-E84B-92B9-2450EFA814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4" name="Text Placeholder 3 format margin gutterc">
            <a:extLst>
              <a:ext uri="{FF2B5EF4-FFF2-40B4-BE49-F238E27FC236}">
                <a16:creationId xmlns:a16="http://schemas.microsoft.com/office/drawing/2014/main" id="{224D1236-3475-8643-ADF6-BE227CE4C7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9" y="4457701"/>
            <a:ext cx="5638800" cy="1300163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095432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le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ED733986-7B1D-EF47-8386-49C08D62F4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323862" cy="6858000"/>
          </a:xfrm>
          <a:custGeom>
            <a:avLst/>
            <a:gdLst>
              <a:gd name="connsiteX0" fmla="*/ 0 w 3513138"/>
              <a:gd name="connsiteY0" fmla="*/ 0 h 6858000"/>
              <a:gd name="connsiteX1" fmla="*/ 3513138 w 3513138"/>
              <a:gd name="connsiteY1" fmla="*/ 0 h 6858000"/>
              <a:gd name="connsiteX2" fmla="*/ 2573338 w 3513138"/>
              <a:gd name="connsiteY2" fmla="*/ 6858000 h 6858000"/>
              <a:gd name="connsiteX3" fmla="*/ 0 w 35131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8" h="6858000">
                <a:moveTo>
                  <a:pt x="0" y="0"/>
                </a:moveTo>
                <a:lnTo>
                  <a:pt x="3513138" y="0"/>
                </a:lnTo>
                <a:lnTo>
                  <a:pt x="2573338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vert="horz" wrap="square" lIns="0" tIns="0" rIns="0" bIns="0" rtlCol="0" anchor="ctr">
            <a:noAutofit/>
          </a:bodyPr>
          <a:lstStyle>
            <a:lvl1pPr>
              <a:defRPr lang="fr-FR" sz="1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 algn="ctr"/>
            <a:r>
              <a:rPr lang="fr-FR"/>
              <a:t>Cliquez sur l'icône pour ajouter une image</a:t>
            </a: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FDB77C8-973F-8543-A407-EF0C77E5D51E}"/>
              </a:ext>
            </a:extLst>
          </p:cNvPr>
          <p:cNvSpPr>
            <a:spLocks/>
          </p:cNvSpPr>
          <p:nvPr userDrawn="1"/>
        </p:nvSpPr>
        <p:spPr>
          <a:xfrm>
            <a:off x="3120293" y="-1"/>
            <a:ext cx="1281723" cy="6857999"/>
          </a:xfrm>
          <a:custGeom>
            <a:avLst/>
            <a:gdLst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0 w 1219200"/>
              <a:gd name="connsiteY6" fmla="*/ 6857999 h 6858000"/>
              <a:gd name="connsiteX7" fmla="*/ 114300 w 1219200"/>
              <a:gd name="connsiteY7" fmla="*/ 6857999 h 6858000"/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114300 w 1219200"/>
              <a:gd name="connsiteY6" fmla="*/ 6857999 h 6858000"/>
              <a:gd name="connsiteX7" fmla="*/ 1054100 w 1219200"/>
              <a:gd name="connsiteY7" fmla="*/ 0 h 6858000"/>
              <a:gd name="connsiteX0" fmla="*/ 939800 w 1104900"/>
              <a:gd name="connsiteY0" fmla="*/ 0 h 6858000"/>
              <a:gd name="connsiteX1" fmla="*/ 1041400 w 1104900"/>
              <a:gd name="connsiteY1" fmla="*/ 0 h 6858000"/>
              <a:gd name="connsiteX2" fmla="*/ 101600 w 1104900"/>
              <a:gd name="connsiteY2" fmla="*/ 6857999 h 6858000"/>
              <a:gd name="connsiteX3" fmla="*/ 1104900 w 1104900"/>
              <a:gd name="connsiteY3" fmla="*/ 6857999 h 6858000"/>
              <a:gd name="connsiteX4" fmla="*/ 1104900 w 1104900"/>
              <a:gd name="connsiteY4" fmla="*/ 6858000 h 6858000"/>
              <a:gd name="connsiteX5" fmla="*/ 0 w 1104900"/>
              <a:gd name="connsiteY5" fmla="*/ 6857999 h 6858000"/>
              <a:gd name="connsiteX6" fmla="*/ 939800 w 1104900"/>
              <a:gd name="connsiteY6" fmla="*/ 0 h 6858000"/>
              <a:gd name="connsiteX0" fmla="*/ 939800 w 1104900"/>
              <a:gd name="connsiteY0" fmla="*/ 0 h 6857999"/>
              <a:gd name="connsiteX1" fmla="*/ 1041400 w 1104900"/>
              <a:gd name="connsiteY1" fmla="*/ 0 h 6857999"/>
              <a:gd name="connsiteX2" fmla="*/ 101600 w 1104900"/>
              <a:gd name="connsiteY2" fmla="*/ 6857999 h 6857999"/>
              <a:gd name="connsiteX3" fmla="*/ 1104900 w 1104900"/>
              <a:gd name="connsiteY3" fmla="*/ 6857999 h 6857999"/>
              <a:gd name="connsiteX4" fmla="*/ 0 w 1104900"/>
              <a:gd name="connsiteY4" fmla="*/ 6857999 h 6857999"/>
              <a:gd name="connsiteX5" fmla="*/ 939800 w 1104900"/>
              <a:gd name="connsiteY5" fmla="*/ 0 h 6857999"/>
              <a:gd name="connsiteX0" fmla="*/ 939800 w 1041400"/>
              <a:gd name="connsiteY0" fmla="*/ 0 h 6857999"/>
              <a:gd name="connsiteX1" fmla="*/ 1041400 w 1041400"/>
              <a:gd name="connsiteY1" fmla="*/ 0 h 6857999"/>
              <a:gd name="connsiteX2" fmla="*/ 101600 w 1041400"/>
              <a:gd name="connsiteY2" fmla="*/ 6857999 h 6857999"/>
              <a:gd name="connsiteX3" fmla="*/ 0 w 1041400"/>
              <a:gd name="connsiteY3" fmla="*/ 6857999 h 6857999"/>
              <a:gd name="connsiteX4" fmla="*/ 939800 w 1041400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1400" h="6857999">
                <a:moveTo>
                  <a:pt x="939800" y="0"/>
                </a:moveTo>
                <a:lnTo>
                  <a:pt x="1041400" y="0"/>
                </a:lnTo>
                <a:lnTo>
                  <a:pt x="101600" y="6857999"/>
                </a:lnTo>
                <a:lnTo>
                  <a:pt x="0" y="6857999"/>
                </a:lnTo>
                <a:lnTo>
                  <a:pt x="939800" y="0"/>
                </a:lnTo>
                <a:close/>
              </a:path>
            </a:pathLst>
          </a:cu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8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E1228D-12B2-B341-BFC5-689CB7D298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0"/>
            <a:ext cx="4323860" cy="6858000"/>
          </a:xfrm>
          <a:custGeom>
            <a:avLst/>
            <a:gdLst>
              <a:gd name="connsiteX0" fmla="*/ 0 w 3513136"/>
              <a:gd name="connsiteY0" fmla="*/ 0 h 6858000"/>
              <a:gd name="connsiteX1" fmla="*/ 3513136 w 3513136"/>
              <a:gd name="connsiteY1" fmla="*/ 0 h 6858000"/>
              <a:gd name="connsiteX2" fmla="*/ 2573336 w 3513136"/>
              <a:gd name="connsiteY2" fmla="*/ 6858000 h 6858000"/>
              <a:gd name="connsiteX3" fmla="*/ 0 w 351313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6" h="6858000">
                <a:moveTo>
                  <a:pt x="0" y="0"/>
                </a:moveTo>
                <a:lnTo>
                  <a:pt x="3513136" y="0"/>
                </a:lnTo>
                <a:lnTo>
                  <a:pt x="257333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485900"/>
            <a:ext cx="5638800" cy="1162051"/>
          </a:xfrm>
          <a:prstGeom prst="rect">
            <a:avLst/>
          </a:prstGeom>
        </p:spPr>
        <p:txBody>
          <a:bodyPr lIns="0" tIns="0" rIns="0" bIns="50800" anchor="b">
            <a:norm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11" name="Graphic 28 format margin gutterc">
            <a:extLst>
              <a:ext uri="{FF2B5EF4-FFF2-40B4-BE49-F238E27FC236}">
                <a16:creationId xmlns:a16="http://schemas.microsoft.com/office/drawing/2014/main" id="{0C79A15A-0F45-A847-A578-3BA4270A7E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9" name="Text Placeholder 3 format margin gutterc">
            <a:extLst>
              <a:ext uri="{FF2B5EF4-FFF2-40B4-BE49-F238E27FC236}">
                <a16:creationId xmlns:a16="http://schemas.microsoft.com/office/drawing/2014/main" id="{0F04FDFA-41FD-124E-994E-9DAC3D60E1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99" y="2847975"/>
            <a:ext cx="5638800" cy="1300163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Text Placeholder 3 format margin gutterc">
            <a:extLst>
              <a:ext uri="{FF2B5EF4-FFF2-40B4-BE49-F238E27FC236}">
                <a16:creationId xmlns:a16="http://schemas.microsoft.com/office/drawing/2014/main" id="{FE5A3661-2706-3248-9BDA-843C7DA8FE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5908" y="1485900"/>
            <a:ext cx="609600" cy="1162052"/>
          </a:xfrm>
        </p:spPr>
        <p:txBody>
          <a:bodyPr lIns="0" tIns="152400" rIns="0" bIns="0"/>
          <a:lstStyle>
            <a:lvl1pPr algn="r">
              <a:lnSpc>
                <a:spcPct val="100000"/>
              </a:lnSpc>
              <a:spcBef>
                <a:spcPts val="0"/>
              </a:spcBef>
              <a:defRPr sz="7200" b="1" i="0">
                <a:solidFill>
                  <a:schemeClr val="accent1"/>
                </a:solidFill>
                <a:latin typeface="Arial Nova Condensed" panose="020B0506020202020204" pitchFamily="34" charset="0"/>
              </a:defRPr>
            </a:lvl1pPr>
            <a:lvl2pPr algn="r">
              <a:spcBef>
                <a:spcPts val="600"/>
              </a:spcBef>
              <a:defRPr/>
            </a:lvl2pPr>
            <a:lvl3pPr algn="r">
              <a:spcBef>
                <a:spcPts val="600"/>
              </a:spcBef>
              <a:defRPr/>
            </a:lvl3pPr>
            <a:lvl4pPr algn="r">
              <a:spcBef>
                <a:spcPts val="600"/>
              </a:spcBef>
              <a:defRPr/>
            </a:lvl4pPr>
            <a:lvl5pPr algn="r">
              <a:spcBef>
                <a:spcPts val="600"/>
              </a:spcBef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656857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ble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65A0406-F46F-9A41-B773-EBB43C4022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68138" y="-2"/>
            <a:ext cx="4323862" cy="6858000"/>
          </a:xfrm>
          <a:custGeom>
            <a:avLst/>
            <a:gdLst>
              <a:gd name="connsiteX0" fmla="*/ 939800 w 3513138"/>
              <a:gd name="connsiteY0" fmla="*/ 0 h 6858000"/>
              <a:gd name="connsiteX1" fmla="*/ 3513138 w 3513138"/>
              <a:gd name="connsiteY1" fmla="*/ 0 h 6858000"/>
              <a:gd name="connsiteX2" fmla="*/ 3513138 w 3513138"/>
              <a:gd name="connsiteY2" fmla="*/ 6858000 h 6858000"/>
              <a:gd name="connsiteX3" fmla="*/ 0 w 35131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8" h="6858000">
                <a:moveTo>
                  <a:pt x="939800" y="0"/>
                </a:moveTo>
                <a:lnTo>
                  <a:pt x="3513138" y="0"/>
                </a:lnTo>
                <a:lnTo>
                  <a:pt x="3513138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vert="horz" wrap="square" lIns="0" tIns="0" rIns="0" bIns="0" rtlCol="0" anchor="ctr">
            <a:noAutofit/>
          </a:bodyPr>
          <a:lstStyle>
            <a:lvl1pPr>
              <a:defRPr lang="fr-FR" sz="1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 algn="ctr"/>
            <a:r>
              <a:rPr lang="fr-FR"/>
              <a:t>Cliquez sur l'icône pour ajouter une image</a:t>
            </a: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FDB77C8-973F-8543-A407-EF0C77E5D51E}"/>
              </a:ext>
            </a:extLst>
          </p:cNvPr>
          <p:cNvSpPr>
            <a:spLocks/>
          </p:cNvSpPr>
          <p:nvPr userDrawn="1"/>
        </p:nvSpPr>
        <p:spPr>
          <a:xfrm>
            <a:off x="7750907" y="-1"/>
            <a:ext cx="1281723" cy="6857999"/>
          </a:xfrm>
          <a:custGeom>
            <a:avLst/>
            <a:gdLst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0 w 1219200"/>
              <a:gd name="connsiteY6" fmla="*/ 6857999 h 6858000"/>
              <a:gd name="connsiteX7" fmla="*/ 114300 w 1219200"/>
              <a:gd name="connsiteY7" fmla="*/ 6857999 h 6858000"/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114300 w 1219200"/>
              <a:gd name="connsiteY6" fmla="*/ 6857999 h 6858000"/>
              <a:gd name="connsiteX7" fmla="*/ 1054100 w 1219200"/>
              <a:gd name="connsiteY7" fmla="*/ 0 h 6858000"/>
              <a:gd name="connsiteX0" fmla="*/ 939800 w 1104900"/>
              <a:gd name="connsiteY0" fmla="*/ 0 h 6858000"/>
              <a:gd name="connsiteX1" fmla="*/ 1041400 w 1104900"/>
              <a:gd name="connsiteY1" fmla="*/ 0 h 6858000"/>
              <a:gd name="connsiteX2" fmla="*/ 101600 w 1104900"/>
              <a:gd name="connsiteY2" fmla="*/ 6857999 h 6858000"/>
              <a:gd name="connsiteX3" fmla="*/ 1104900 w 1104900"/>
              <a:gd name="connsiteY3" fmla="*/ 6857999 h 6858000"/>
              <a:gd name="connsiteX4" fmla="*/ 1104900 w 1104900"/>
              <a:gd name="connsiteY4" fmla="*/ 6858000 h 6858000"/>
              <a:gd name="connsiteX5" fmla="*/ 0 w 1104900"/>
              <a:gd name="connsiteY5" fmla="*/ 6857999 h 6858000"/>
              <a:gd name="connsiteX6" fmla="*/ 939800 w 1104900"/>
              <a:gd name="connsiteY6" fmla="*/ 0 h 6858000"/>
              <a:gd name="connsiteX0" fmla="*/ 939800 w 1104900"/>
              <a:gd name="connsiteY0" fmla="*/ 0 h 6857999"/>
              <a:gd name="connsiteX1" fmla="*/ 1041400 w 1104900"/>
              <a:gd name="connsiteY1" fmla="*/ 0 h 6857999"/>
              <a:gd name="connsiteX2" fmla="*/ 101600 w 1104900"/>
              <a:gd name="connsiteY2" fmla="*/ 6857999 h 6857999"/>
              <a:gd name="connsiteX3" fmla="*/ 1104900 w 1104900"/>
              <a:gd name="connsiteY3" fmla="*/ 6857999 h 6857999"/>
              <a:gd name="connsiteX4" fmla="*/ 0 w 1104900"/>
              <a:gd name="connsiteY4" fmla="*/ 6857999 h 6857999"/>
              <a:gd name="connsiteX5" fmla="*/ 939800 w 1104900"/>
              <a:gd name="connsiteY5" fmla="*/ 0 h 6857999"/>
              <a:gd name="connsiteX0" fmla="*/ 939800 w 1041400"/>
              <a:gd name="connsiteY0" fmla="*/ 0 h 6857999"/>
              <a:gd name="connsiteX1" fmla="*/ 1041400 w 1041400"/>
              <a:gd name="connsiteY1" fmla="*/ 0 h 6857999"/>
              <a:gd name="connsiteX2" fmla="*/ 101600 w 1041400"/>
              <a:gd name="connsiteY2" fmla="*/ 6857999 h 6857999"/>
              <a:gd name="connsiteX3" fmla="*/ 0 w 1041400"/>
              <a:gd name="connsiteY3" fmla="*/ 6857999 h 6857999"/>
              <a:gd name="connsiteX4" fmla="*/ 939800 w 1041400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1400" h="6857999">
                <a:moveTo>
                  <a:pt x="939800" y="0"/>
                </a:moveTo>
                <a:lnTo>
                  <a:pt x="1041400" y="0"/>
                </a:lnTo>
                <a:lnTo>
                  <a:pt x="101600" y="6857999"/>
                </a:lnTo>
                <a:lnTo>
                  <a:pt x="0" y="6857999"/>
                </a:lnTo>
                <a:lnTo>
                  <a:pt x="939800" y="0"/>
                </a:lnTo>
                <a:close/>
              </a:path>
            </a:pathLst>
          </a:cu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800"/>
          </a:p>
        </p:txBody>
      </p:sp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2133601" y="1485900"/>
            <a:ext cx="5638800" cy="1162051"/>
          </a:xfrm>
          <a:prstGeom prst="rect">
            <a:avLst/>
          </a:prstGeom>
        </p:spPr>
        <p:txBody>
          <a:bodyPr lIns="0" tIns="0" rIns="0" bIns="50800" anchor="b">
            <a:norm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11" name="Graphic 28 format margin gutterc">
            <a:extLst>
              <a:ext uri="{FF2B5EF4-FFF2-40B4-BE49-F238E27FC236}">
                <a16:creationId xmlns:a16="http://schemas.microsoft.com/office/drawing/2014/main" id="{0C79A15A-0F45-A847-A578-3BA4270A7E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9" name="Text Placeholder 3 format margin gutterc">
            <a:extLst>
              <a:ext uri="{FF2B5EF4-FFF2-40B4-BE49-F238E27FC236}">
                <a16:creationId xmlns:a16="http://schemas.microsoft.com/office/drawing/2014/main" id="{0F04FDFA-41FD-124E-994E-9DAC3D60E1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33601" y="2847975"/>
            <a:ext cx="5638800" cy="1300163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Text Placeholder 3 format margin gutterc">
            <a:extLst>
              <a:ext uri="{FF2B5EF4-FFF2-40B4-BE49-F238E27FC236}">
                <a16:creationId xmlns:a16="http://schemas.microsoft.com/office/drawing/2014/main" id="{FE5A3661-2706-3248-9BDA-843C7DA8FE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9200" y="1485900"/>
            <a:ext cx="609600" cy="1162052"/>
          </a:xfrm>
        </p:spPr>
        <p:txBody>
          <a:bodyPr lIns="0" tIns="152400" rIns="0" bIns="0"/>
          <a:lstStyle>
            <a:lvl1pPr algn="r">
              <a:lnSpc>
                <a:spcPct val="100000"/>
              </a:lnSpc>
              <a:spcBef>
                <a:spcPts val="0"/>
              </a:spcBef>
              <a:defRPr sz="7200" b="1" i="0">
                <a:solidFill>
                  <a:schemeClr val="accent1"/>
                </a:solidFill>
                <a:latin typeface="Arial Nova Condensed" panose="020B0506020202020204" pitchFamily="34" charset="0"/>
              </a:defRPr>
            </a:lvl1pPr>
            <a:lvl2pPr algn="r">
              <a:spcBef>
                <a:spcPts val="600"/>
              </a:spcBef>
              <a:defRPr/>
            </a:lvl2pPr>
            <a:lvl3pPr algn="r">
              <a:spcBef>
                <a:spcPts val="600"/>
              </a:spcBef>
              <a:defRPr/>
            </a:lvl3pPr>
            <a:lvl4pPr algn="r">
              <a:spcBef>
                <a:spcPts val="600"/>
              </a:spcBef>
              <a:defRPr/>
            </a:lvl4pPr>
            <a:lvl5pPr algn="r">
              <a:spcBef>
                <a:spcPts val="600"/>
              </a:spcBef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840197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lan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98757800-BBD7-C542-B233-46880F1C7C41}"/>
              </a:ext>
            </a:extLst>
          </p:cNvPr>
          <p:cNvSpPr>
            <a:spLocks/>
          </p:cNvSpPr>
          <p:nvPr userDrawn="1"/>
        </p:nvSpPr>
        <p:spPr>
          <a:xfrm>
            <a:off x="3120293" y="-1"/>
            <a:ext cx="1281723" cy="6857999"/>
          </a:xfrm>
          <a:custGeom>
            <a:avLst/>
            <a:gdLst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0 w 1219200"/>
              <a:gd name="connsiteY6" fmla="*/ 6857999 h 6858000"/>
              <a:gd name="connsiteX7" fmla="*/ 114300 w 1219200"/>
              <a:gd name="connsiteY7" fmla="*/ 6857999 h 6858000"/>
              <a:gd name="connsiteX0" fmla="*/ 1054100 w 1219200"/>
              <a:gd name="connsiteY0" fmla="*/ 0 h 6858000"/>
              <a:gd name="connsiteX1" fmla="*/ 1155700 w 1219200"/>
              <a:gd name="connsiteY1" fmla="*/ 0 h 6858000"/>
              <a:gd name="connsiteX2" fmla="*/ 215900 w 1219200"/>
              <a:gd name="connsiteY2" fmla="*/ 6857999 h 6858000"/>
              <a:gd name="connsiteX3" fmla="*/ 1219200 w 1219200"/>
              <a:gd name="connsiteY3" fmla="*/ 6857999 h 6858000"/>
              <a:gd name="connsiteX4" fmla="*/ 1219200 w 1219200"/>
              <a:gd name="connsiteY4" fmla="*/ 6858000 h 6858000"/>
              <a:gd name="connsiteX5" fmla="*/ 0 w 1219200"/>
              <a:gd name="connsiteY5" fmla="*/ 6858000 h 6858000"/>
              <a:gd name="connsiteX6" fmla="*/ 114300 w 1219200"/>
              <a:gd name="connsiteY6" fmla="*/ 6857999 h 6858000"/>
              <a:gd name="connsiteX7" fmla="*/ 1054100 w 1219200"/>
              <a:gd name="connsiteY7" fmla="*/ 0 h 6858000"/>
              <a:gd name="connsiteX0" fmla="*/ 939800 w 1104900"/>
              <a:gd name="connsiteY0" fmla="*/ 0 h 6858000"/>
              <a:gd name="connsiteX1" fmla="*/ 1041400 w 1104900"/>
              <a:gd name="connsiteY1" fmla="*/ 0 h 6858000"/>
              <a:gd name="connsiteX2" fmla="*/ 101600 w 1104900"/>
              <a:gd name="connsiteY2" fmla="*/ 6857999 h 6858000"/>
              <a:gd name="connsiteX3" fmla="*/ 1104900 w 1104900"/>
              <a:gd name="connsiteY3" fmla="*/ 6857999 h 6858000"/>
              <a:gd name="connsiteX4" fmla="*/ 1104900 w 1104900"/>
              <a:gd name="connsiteY4" fmla="*/ 6858000 h 6858000"/>
              <a:gd name="connsiteX5" fmla="*/ 0 w 1104900"/>
              <a:gd name="connsiteY5" fmla="*/ 6857999 h 6858000"/>
              <a:gd name="connsiteX6" fmla="*/ 939800 w 1104900"/>
              <a:gd name="connsiteY6" fmla="*/ 0 h 6858000"/>
              <a:gd name="connsiteX0" fmla="*/ 939800 w 1104900"/>
              <a:gd name="connsiteY0" fmla="*/ 0 h 6857999"/>
              <a:gd name="connsiteX1" fmla="*/ 1041400 w 1104900"/>
              <a:gd name="connsiteY1" fmla="*/ 0 h 6857999"/>
              <a:gd name="connsiteX2" fmla="*/ 101600 w 1104900"/>
              <a:gd name="connsiteY2" fmla="*/ 6857999 h 6857999"/>
              <a:gd name="connsiteX3" fmla="*/ 1104900 w 1104900"/>
              <a:gd name="connsiteY3" fmla="*/ 6857999 h 6857999"/>
              <a:gd name="connsiteX4" fmla="*/ 0 w 1104900"/>
              <a:gd name="connsiteY4" fmla="*/ 6857999 h 6857999"/>
              <a:gd name="connsiteX5" fmla="*/ 939800 w 1104900"/>
              <a:gd name="connsiteY5" fmla="*/ 0 h 6857999"/>
              <a:gd name="connsiteX0" fmla="*/ 939800 w 1041400"/>
              <a:gd name="connsiteY0" fmla="*/ 0 h 6857999"/>
              <a:gd name="connsiteX1" fmla="*/ 1041400 w 1041400"/>
              <a:gd name="connsiteY1" fmla="*/ 0 h 6857999"/>
              <a:gd name="connsiteX2" fmla="*/ 101600 w 1041400"/>
              <a:gd name="connsiteY2" fmla="*/ 6857999 h 6857999"/>
              <a:gd name="connsiteX3" fmla="*/ 0 w 1041400"/>
              <a:gd name="connsiteY3" fmla="*/ 6857999 h 6857999"/>
              <a:gd name="connsiteX4" fmla="*/ 939800 w 1041400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1400" h="6857999">
                <a:moveTo>
                  <a:pt x="939800" y="0"/>
                </a:moveTo>
                <a:lnTo>
                  <a:pt x="1041400" y="0"/>
                </a:lnTo>
                <a:lnTo>
                  <a:pt x="101600" y="6857999"/>
                </a:lnTo>
                <a:lnTo>
                  <a:pt x="0" y="6857999"/>
                </a:lnTo>
                <a:lnTo>
                  <a:pt x="939800" y="0"/>
                </a:lnTo>
                <a:close/>
              </a:path>
            </a:pathLst>
          </a:cu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80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ED733986-7B1D-EF47-8386-49C08D62F4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323862" cy="6858000"/>
          </a:xfrm>
          <a:custGeom>
            <a:avLst/>
            <a:gdLst>
              <a:gd name="connsiteX0" fmla="*/ 0 w 3513138"/>
              <a:gd name="connsiteY0" fmla="*/ 0 h 6858000"/>
              <a:gd name="connsiteX1" fmla="*/ 3513138 w 3513138"/>
              <a:gd name="connsiteY1" fmla="*/ 0 h 6858000"/>
              <a:gd name="connsiteX2" fmla="*/ 2573338 w 3513138"/>
              <a:gd name="connsiteY2" fmla="*/ 6858000 h 6858000"/>
              <a:gd name="connsiteX3" fmla="*/ 0 w 35131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138" h="6858000">
                <a:moveTo>
                  <a:pt x="0" y="0"/>
                </a:moveTo>
                <a:lnTo>
                  <a:pt x="3513138" y="0"/>
                </a:lnTo>
                <a:lnTo>
                  <a:pt x="257333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ED6"/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fr-FR" sz="1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 algn="ctr"/>
            <a:r>
              <a:rPr lang="fr-FR"/>
              <a:t>Cliquez sur l'icône pour ajouter une image</a:t>
            </a:r>
          </a:p>
        </p:txBody>
      </p:sp>
      <p:sp>
        <p:nvSpPr>
          <p:cNvPr id="16" name="Titre 15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1" y="1485900"/>
            <a:ext cx="5638800" cy="1162051"/>
          </a:xfrm>
          <a:prstGeom prst="rect">
            <a:avLst/>
          </a:prstGeom>
        </p:spPr>
        <p:txBody>
          <a:bodyPr lIns="0" tIns="0" rIns="0" bIns="50800" anchor="b">
            <a:norm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27" name="Graphic 28 format margin gutterc">
            <a:extLst>
              <a:ext uri="{FF2B5EF4-FFF2-40B4-BE49-F238E27FC236}">
                <a16:creationId xmlns:a16="http://schemas.microsoft.com/office/drawing/2014/main" id="{5AC8C489-7920-E246-9DDF-8FD71881F3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6191250"/>
            <a:ext cx="609600" cy="449634"/>
          </a:xfrm>
          <a:prstGeom prst="rect">
            <a:avLst/>
          </a:prstGeom>
        </p:spPr>
      </p:pic>
      <p:sp>
        <p:nvSpPr>
          <p:cNvPr id="9" name="Text Placeholder 3 format margin gutterc">
            <a:extLst>
              <a:ext uri="{FF2B5EF4-FFF2-40B4-BE49-F238E27FC236}">
                <a16:creationId xmlns:a16="http://schemas.microsoft.com/office/drawing/2014/main" id="{BB3CA717-BB0C-7E4F-B6CF-4C89B5A07C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99" y="2847975"/>
            <a:ext cx="5638800" cy="1300163"/>
          </a:xfrm>
        </p:spPr>
        <p:txBody>
          <a:bodyPr/>
          <a:lstStyle>
            <a:lvl1pPr>
              <a:spcBef>
                <a:spcPts val="600"/>
              </a:spcBef>
              <a:defRPr>
                <a:solidFill>
                  <a:schemeClr val="accent3"/>
                </a:solidFill>
              </a:defRPr>
            </a:lvl1pPr>
            <a:lvl2pPr>
              <a:spcBef>
                <a:spcPts val="600"/>
              </a:spcBef>
              <a:defRPr>
                <a:solidFill>
                  <a:schemeClr val="accent3"/>
                </a:solidFill>
              </a:defRPr>
            </a:lvl2pPr>
            <a:lvl3pPr>
              <a:spcBef>
                <a:spcPts val="600"/>
              </a:spcBef>
              <a:defRPr>
                <a:solidFill>
                  <a:schemeClr val="accent3"/>
                </a:solidFill>
              </a:defRPr>
            </a:lvl3pPr>
            <a:lvl4pPr>
              <a:spcBef>
                <a:spcPts val="600"/>
              </a:spcBef>
              <a:defRPr>
                <a:solidFill>
                  <a:schemeClr val="accent3"/>
                </a:solidFill>
              </a:defRPr>
            </a:lvl4pPr>
            <a:lvl5pPr>
              <a:spcBef>
                <a:spcPts val="600"/>
              </a:spcBef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Text Placeholder 3 format margin gutterc">
            <a:extLst>
              <a:ext uri="{FF2B5EF4-FFF2-40B4-BE49-F238E27FC236}">
                <a16:creationId xmlns:a16="http://schemas.microsoft.com/office/drawing/2014/main" id="{9711D448-2844-434F-B0E8-B28D889DEB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5908" y="1485900"/>
            <a:ext cx="609600" cy="1162052"/>
          </a:xfrm>
        </p:spPr>
        <p:txBody>
          <a:bodyPr lIns="0" tIns="152400" rIns="0" bIns="0"/>
          <a:lstStyle>
            <a:lvl1pPr algn="r">
              <a:lnSpc>
                <a:spcPct val="100000"/>
              </a:lnSpc>
              <a:spcBef>
                <a:spcPts val="0"/>
              </a:spcBef>
              <a:defRPr sz="7200" b="1" i="0">
                <a:solidFill>
                  <a:schemeClr val="accent1"/>
                </a:solidFill>
                <a:latin typeface="Arial Nova Condensed" panose="020B0506020202020204" pitchFamily="34" charset="0"/>
              </a:defRPr>
            </a:lvl1pPr>
            <a:lvl2pPr algn="r">
              <a:spcBef>
                <a:spcPts val="600"/>
              </a:spcBef>
              <a:defRPr/>
            </a:lvl2pPr>
            <a:lvl3pPr algn="r">
              <a:spcBef>
                <a:spcPts val="600"/>
              </a:spcBef>
              <a:defRPr/>
            </a:lvl3pPr>
            <a:lvl4pPr algn="r">
              <a:spcBef>
                <a:spcPts val="600"/>
              </a:spcBef>
              <a:defRPr/>
            </a:lvl4pPr>
            <a:lvl5pPr algn="r">
              <a:spcBef>
                <a:spcPts val="600"/>
              </a:spcBef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041698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0 format margin gutterc"/>
          <p:cNvSpPr>
            <a:spLocks noGrp="1"/>
          </p:cNvSpPr>
          <p:nvPr>
            <p:ph type="title"/>
          </p:nvPr>
        </p:nvSpPr>
        <p:spPr>
          <a:xfrm>
            <a:off x="5595815" y="185740"/>
            <a:ext cx="5834185" cy="866775"/>
          </a:xfrm>
        </p:spPr>
        <p:txBody>
          <a:bodyPr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69A84272-6E8E-B34B-B8A4-AF56A4946A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/>
          <a:stretch/>
        </p:blipFill>
        <p:spPr>
          <a:xfrm>
            <a:off x="1" y="-2"/>
            <a:ext cx="4572001" cy="6858002"/>
          </a:xfrm>
          <a:custGeom>
            <a:avLst/>
            <a:gdLst>
              <a:gd name="connsiteX0" fmla="*/ 0 w 3714751"/>
              <a:gd name="connsiteY0" fmla="*/ 0 h 6858002"/>
              <a:gd name="connsiteX1" fmla="*/ 3714751 w 3714751"/>
              <a:gd name="connsiteY1" fmla="*/ 0 h 6858002"/>
              <a:gd name="connsiteX2" fmla="*/ 3714751 w 3714751"/>
              <a:gd name="connsiteY2" fmla="*/ 1 h 6858002"/>
              <a:gd name="connsiteX3" fmla="*/ 3714751 w 3714751"/>
              <a:gd name="connsiteY3" fmla="*/ 2 h 6858002"/>
              <a:gd name="connsiteX4" fmla="*/ 3606800 w 3714751"/>
              <a:gd name="connsiteY4" fmla="*/ 2 h 6858002"/>
              <a:gd name="connsiteX5" fmla="*/ 2667000 w 3714751"/>
              <a:gd name="connsiteY5" fmla="*/ 6858002 h 6858002"/>
              <a:gd name="connsiteX6" fmla="*/ 0 w 3714751"/>
              <a:gd name="connsiteY6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14751" h="6858002">
                <a:moveTo>
                  <a:pt x="0" y="0"/>
                </a:moveTo>
                <a:lnTo>
                  <a:pt x="3714751" y="0"/>
                </a:lnTo>
                <a:lnTo>
                  <a:pt x="3714751" y="1"/>
                </a:lnTo>
                <a:lnTo>
                  <a:pt x="3714751" y="2"/>
                </a:lnTo>
                <a:lnTo>
                  <a:pt x="3606800" y="2"/>
                </a:lnTo>
                <a:lnTo>
                  <a:pt x="2667000" y="6858002"/>
                </a:lnTo>
                <a:lnTo>
                  <a:pt x="0" y="6858002"/>
                </a:lnTo>
                <a:close/>
              </a:path>
            </a:pathLst>
          </a:custGeom>
        </p:spPr>
      </p:pic>
      <p:sp>
        <p:nvSpPr>
          <p:cNvPr id="34" name="Text Placeholder 32 format margin gutterc">
            <a:extLst>
              <a:ext uri="{FF2B5EF4-FFF2-40B4-BE49-F238E27FC236}">
                <a16:creationId xmlns:a16="http://schemas.microsoft.com/office/drawing/2014/main" id="{FC2F0F64-22EC-5448-BF4A-AD7DE59BFA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26000" y="1557339"/>
            <a:ext cx="609600" cy="4679950"/>
          </a:xfrm>
          <a:noFill/>
        </p:spPr>
        <p:txBody>
          <a:bodyPr lIns="0" tIns="25400" rIns="0" bIns="0">
            <a:normAutofit/>
          </a:bodyPr>
          <a:lstStyle>
            <a:lvl1pPr marL="0" indent="0" algn="r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SzPct val="148000"/>
              <a:buFontTx/>
              <a:buNone/>
              <a:defRPr sz="1000" b="1" i="0" baseline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 marL="4763" indent="0" algn="r">
              <a:lnSpc>
                <a:spcPct val="120000"/>
              </a:lnSpc>
              <a:spcBef>
                <a:spcPts val="2400"/>
              </a:spcBef>
              <a:buFontTx/>
              <a:buNone/>
              <a:defRPr sz="1000" b="1" i="0" baseline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 marL="0" indent="0" algn="r">
              <a:lnSpc>
                <a:spcPct val="120000"/>
              </a:lnSpc>
              <a:spcBef>
                <a:spcPts val="2400"/>
              </a:spcBef>
              <a:buFontTx/>
              <a:buNone/>
              <a:defRPr sz="1000" b="1" i="0" baseline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 marL="0" indent="0" algn="r">
              <a:lnSpc>
                <a:spcPct val="120000"/>
              </a:lnSpc>
              <a:spcBef>
                <a:spcPts val="2400"/>
              </a:spcBef>
              <a:buFontTx/>
              <a:buNone/>
              <a:defRPr sz="1000" b="1" i="0" baseline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 marL="0" indent="0" algn="r">
              <a:lnSpc>
                <a:spcPct val="120000"/>
              </a:lnSpc>
              <a:spcBef>
                <a:spcPts val="2400"/>
              </a:spcBef>
              <a:buFontTx/>
              <a:buNone/>
              <a:defRPr sz="1000" b="1" i="0" baseline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D3ADB5DA-079E-464C-AAE4-524B741C57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39138" cy="6858000"/>
          </a:xfrm>
          <a:custGeom>
            <a:avLst/>
            <a:gdLst>
              <a:gd name="connsiteX0" fmla="*/ 0 w 3606800"/>
              <a:gd name="connsiteY0" fmla="*/ 0 h 6858000"/>
              <a:gd name="connsiteX1" fmla="*/ 3606800 w 3606800"/>
              <a:gd name="connsiteY1" fmla="*/ 0 h 6858000"/>
              <a:gd name="connsiteX2" fmla="*/ 2667000 w 3606800"/>
              <a:gd name="connsiteY2" fmla="*/ 6858000 h 6858000"/>
              <a:gd name="connsiteX3" fmla="*/ 0 w 3606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6800" h="6858000">
                <a:moveTo>
                  <a:pt x="0" y="0"/>
                </a:moveTo>
                <a:lnTo>
                  <a:pt x="3606800" y="0"/>
                </a:lnTo>
                <a:lnTo>
                  <a:pt x="2667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spcBef>
                <a:spcPts val="0"/>
              </a:spcBef>
              <a:defRPr sz="2400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46BDBE4-FA19-2E4C-9A31-DA96536800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35601" y="1557338"/>
            <a:ext cx="5994399" cy="4679950"/>
          </a:xfrm>
          <a:solidFill>
            <a:schemeClr val="bg1"/>
          </a:solidFill>
        </p:spPr>
        <p:txBody>
          <a:bodyPr lIns="152400" tIns="25400" rIns="0" bIns="25400">
            <a:noAutofit/>
          </a:bodyPr>
          <a:lstStyle>
            <a:lvl1pPr>
              <a:lnSpc>
                <a:spcPct val="120000"/>
              </a:lnSpc>
              <a:spcBef>
                <a:spcPts val="2400"/>
              </a:spcBef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FF39C1-1F7B-7548-8F5A-72B8AF9F0FA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650C051-3314-D242-AAEB-C050DF6D9FA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910244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 format margin gutterc">
            <a:extLst>
              <a:ext uri="{FF2B5EF4-FFF2-40B4-BE49-F238E27FC236}">
                <a16:creationId xmlns:a16="http://schemas.microsoft.com/office/drawing/2014/main" id="{C93365D5-1A9B-004B-9F30-BA7A25A3A599}"/>
              </a:ext>
            </a:extLst>
          </p:cNvPr>
          <p:cNvCxnSpPr>
            <a:cxnSpLocks/>
          </p:cNvCxnSpPr>
          <p:nvPr userDrawn="1"/>
        </p:nvCxnSpPr>
        <p:spPr>
          <a:xfrm>
            <a:off x="806939" y="2105024"/>
            <a:ext cx="0" cy="2538413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 format margin gutterc">
            <a:extLst>
              <a:ext uri="{FF2B5EF4-FFF2-40B4-BE49-F238E27FC236}">
                <a16:creationId xmlns:a16="http://schemas.microsoft.com/office/drawing/2014/main" id="{453C6FA0-2EB7-D34B-A3B7-30144B508E2C}"/>
              </a:ext>
            </a:extLst>
          </p:cNvPr>
          <p:cNvCxnSpPr>
            <a:cxnSpLocks/>
          </p:cNvCxnSpPr>
          <p:nvPr userDrawn="1"/>
        </p:nvCxnSpPr>
        <p:spPr>
          <a:xfrm>
            <a:off x="3193566" y="2105024"/>
            <a:ext cx="0" cy="2538413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 format margin gutterc">
            <a:extLst>
              <a:ext uri="{FF2B5EF4-FFF2-40B4-BE49-F238E27FC236}">
                <a16:creationId xmlns:a16="http://schemas.microsoft.com/office/drawing/2014/main" id="{9F9E723A-0784-5147-8DB8-1F92DF315FA7}"/>
              </a:ext>
            </a:extLst>
          </p:cNvPr>
          <p:cNvCxnSpPr>
            <a:cxnSpLocks/>
          </p:cNvCxnSpPr>
          <p:nvPr userDrawn="1"/>
        </p:nvCxnSpPr>
        <p:spPr>
          <a:xfrm>
            <a:off x="5580192" y="2105024"/>
            <a:ext cx="0" cy="2538413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32 format margin gutterc">
            <a:extLst>
              <a:ext uri="{FF2B5EF4-FFF2-40B4-BE49-F238E27FC236}">
                <a16:creationId xmlns:a16="http://schemas.microsoft.com/office/drawing/2014/main" id="{61DB9427-55F9-114C-B274-C62444AAA6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3281363"/>
            <a:ext cx="1875692" cy="2847975"/>
          </a:xfrm>
          <a:solidFill>
            <a:schemeClr val="bg1"/>
          </a:solidFill>
        </p:spPr>
        <p:txBody>
          <a:bodyPr lIns="0" tIns="0" rIns="0" bIns="0"/>
          <a:lstStyle>
            <a:lvl1pPr marL="144000" indent="-14400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1pPr>
            <a:lvl2pPr marL="288000" indent="-144000">
              <a:buClr>
                <a:schemeClr val="accent1"/>
              </a:buClr>
              <a:buSzPct val="100000"/>
              <a:buFont typeface="Wingdings" pitchFamily="2" charset="2"/>
              <a:buChar char="§"/>
              <a:defRPr sz="1000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2pPr>
            <a:lvl3pPr marL="432000" indent="-144000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000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3pPr>
            <a:lvl4pPr marL="576000" indent="-144000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000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4pPr>
            <a:lvl5pPr marL="720000" indent="-144000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000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5A8EEE-CB53-EC42-89A8-9324DAAB0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85740"/>
            <a:ext cx="10668000" cy="55721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6" name="Text Placeholder 32 format margin gutterc">
            <a:extLst>
              <a:ext uri="{FF2B5EF4-FFF2-40B4-BE49-F238E27FC236}">
                <a16:creationId xmlns:a16="http://schemas.microsoft.com/office/drawing/2014/main" id="{66A23A50-67B3-FF41-B3AB-7FC995BE93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54108" y="3281363"/>
            <a:ext cx="1875692" cy="2847975"/>
          </a:xfrm>
          <a:solidFill>
            <a:schemeClr val="bg1"/>
          </a:solidFill>
        </p:spPr>
        <p:txBody>
          <a:bodyPr lIns="0" tIns="0" rIns="0" bIns="0"/>
          <a:lstStyle>
            <a:lvl1pPr marL="144000" indent="-14400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1pPr>
            <a:lvl2pPr marL="288000" indent="-144000">
              <a:buClr>
                <a:schemeClr val="accent1"/>
              </a:buClr>
              <a:buSzPct val="100000"/>
              <a:buFont typeface="Wingdings" pitchFamily="2" charset="2"/>
              <a:buChar char="§"/>
              <a:defRPr sz="1000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2pPr>
            <a:lvl3pPr marL="432000" indent="-144000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000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3pPr>
            <a:lvl4pPr marL="576000" indent="-144000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000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4pPr>
            <a:lvl5pPr marL="720000" indent="-144000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000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7" name="Text Placeholder 32 format margin gutterc">
            <a:extLst>
              <a:ext uri="{FF2B5EF4-FFF2-40B4-BE49-F238E27FC236}">
                <a16:creationId xmlns:a16="http://schemas.microsoft.com/office/drawing/2014/main" id="{B6E28514-0950-3F45-A690-341457CDDD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46217" y="3281363"/>
            <a:ext cx="1875692" cy="2847975"/>
          </a:xfrm>
          <a:solidFill>
            <a:schemeClr val="bg1"/>
          </a:solidFill>
        </p:spPr>
        <p:txBody>
          <a:bodyPr lIns="0" tIns="0" rIns="0" bIns="0"/>
          <a:lstStyle>
            <a:lvl1pPr marL="144000" indent="-14400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1pPr>
            <a:lvl2pPr marL="288000" indent="-144000">
              <a:buClr>
                <a:schemeClr val="accent1"/>
              </a:buClr>
              <a:buSzPct val="100000"/>
              <a:buFont typeface="Wingdings" pitchFamily="2" charset="2"/>
              <a:buChar char="§"/>
              <a:defRPr sz="1000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2pPr>
            <a:lvl3pPr marL="432000" indent="-144000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000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3pPr>
            <a:lvl4pPr marL="576000" indent="-144000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000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4pPr>
            <a:lvl5pPr marL="720000" indent="-144000">
              <a:spcBef>
                <a:spcPts val="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000" b="0" i="0">
                <a:solidFill>
                  <a:schemeClr val="accent3"/>
                </a:solidFill>
                <a:latin typeface="Arial Nova Condensed Light" panose="020B0306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7E682-5990-CB41-9798-18AFD6C0695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650C051-3314-D242-AAEB-C050DF6D9FA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5" name="Text Placeholder 32 format margin gutterc">
            <a:extLst>
              <a:ext uri="{FF2B5EF4-FFF2-40B4-BE49-F238E27FC236}">
                <a16:creationId xmlns:a16="http://schemas.microsoft.com/office/drawing/2014/main" id="{43C16A23-0686-9447-8A69-BDC29D2960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42188" y="1919289"/>
            <a:ext cx="1695505" cy="557213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40000"/>
              <a:buFontTx/>
              <a:buNone/>
              <a:defRPr sz="1200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 marL="144000" indent="0">
              <a:buClr>
                <a:schemeClr val="accent1"/>
              </a:buClr>
              <a:buSzPct val="100000"/>
              <a:buFontTx/>
              <a:buNone/>
              <a:defRPr sz="1200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 marL="28800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00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 marL="43200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00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 marL="57600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00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0" name="Oval 14 format margin gutterc">
            <a:extLst>
              <a:ext uri="{FF2B5EF4-FFF2-40B4-BE49-F238E27FC236}">
                <a16:creationId xmlns:a16="http://schemas.microsoft.com/office/drawing/2014/main" id="{C7A87944-41C2-0448-BC67-1A66487044AA}"/>
              </a:ext>
            </a:extLst>
          </p:cNvPr>
          <p:cNvSpPr>
            <a:spLocks/>
          </p:cNvSpPr>
          <p:nvPr userDrawn="1"/>
        </p:nvSpPr>
        <p:spPr>
          <a:xfrm>
            <a:off x="722924" y="1809154"/>
            <a:ext cx="152400" cy="309563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800" b="1">
                <a:solidFill>
                  <a:schemeClr val="accent1"/>
                </a:solidFill>
                <a:latin typeface="Arial Nova Condensed" panose="020B0506020202020204" pitchFamily="34" charset="0"/>
              </a:rPr>
              <a:t>1</a:t>
            </a:r>
          </a:p>
        </p:txBody>
      </p:sp>
      <p:sp>
        <p:nvSpPr>
          <p:cNvPr id="21" name="Oval 14 format margin gutterc">
            <a:extLst>
              <a:ext uri="{FF2B5EF4-FFF2-40B4-BE49-F238E27FC236}">
                <a16:creationId xmlns:a16="http://schemas.microsoft.com/office/drawing/2014/main" id="{319314F4-5C88-F448-9368-B6C2A8A39766}"/>
              </a:ext>
            </a:extLst>
          </p:cNvPr>
          <p:cNvSpPr>
            <a:spLocks/>
          </p:cNvSpPr>
          <p:nvPr userDrawn="1"/>
        </p:nvSpPr>
        <p:spPr>
          <a:xfrm>
            <a:off x="3115032" y="1809154"/>
            <a:ext cx="152400" cy="309563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800" b="1">
                <a:solidFill>
                  <a:schemeClr val="accent1"/>
                </a:solidFill>
                <a:latin typeface="Arial Nova Condensed" panose="020B0506020202020204" pitchFamily="34" charset="0"/>
              </a:rPr>
              <a:t>2</a:t>
            </a:r>
          </a:p>
        </p:txBody>
      </p:sp>
      <p:sp>
        <p:nvSpPr>
          <p:cNvPr id="22" name="Oval 14 format margin gutterc">
            <a:extLst>
              <a:ext uri="{FF2B5EF4-FFF2-40B4-BE49-F238E27FC236}">
                <a16:creationId xmlns:a16="http://schemas.microsoft.com/office/drawing/2014/main" id="{7309C92B-B90B-344E-9A20-7BA8825A79FE}"/>
              </a:ext>
            </a:extLst>
          </p:cNvPr>
          <p:cNvSpPr>
            <a:spLocks/>
          </p:cNvSpPr>
          <p:nvPr userDrawn="1"/>
        </p:nvSpPr>
        <p:spPr>
          <a:xfrm>
            <a:off x="5507140" y="1809154"/>
            <a:ext cx="152400" cy="309563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800" b="1">
                <a:solidFill>
                  <a:schemeClr val="accent1"/>
                </a:solidFill>
                <a:latin typeface="Arial Nova Condensed" panose="020B0506020202020204" pitchFamily="34" charset="0"/>
              </a:rPr>
              <a:t>3</a:t>
            </a:r>
          </a:p>
        </p:txBody>
      </p:sp>
      <p:sp>
        <p:nvSpPr>
          <p:cNvPr id="25" name="Text Placeholder 32 format margin gutterc">
            <a:extLst>
              <a:ext uri="{FF2B5EF4-FFF2-40B4-BE49-F238E27FC236}">
                <a16:creationId xmlns:a16="http://schemas.microsoft.com/office/drawing/2014/main" id="{C1E6551D-26AF-A14C-A41D-E3C0650CCD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37796" y="1919289"/>
            <a:ext cx="1695505" cy="557213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40000"/>
              <a:buFontTx/>
              <a:buNone/>
              <a:defRPr sz="1200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 marL="144000" indent="0">
              <a:buClr>
                <a:schemeClr val="accent1"/>
              </a:buClr>
              <a:buSzPct val="100000"/>
              <a:buFontTx/>
              <a:buNone/>
              <a:defRPr sz="1200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 marL="28800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00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 marL="43200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00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 marL="57600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00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6" name="Text Placeholder 32 format margin gutterc">
            <a:extLst>
              <a:ext uri="{FF2B5EF4-FFF2-40B4-BE49-F238E27FC236}">
                <a16:creationId xmlns:a16="http://schemas.microsoft.com/office/drawing/2014/main" id="{AB639889-DD89-CD4A-9F9C-B3647EDB75D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33403" y="1919289"/>
            <a:ext cx="1695505" cy="557213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40000"/>
              <a:buFontTx/>
              <a:buNone/>
              <a:defRPr sz="1200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 marL="144000" indent="0">
              <a:buClr>
                <a:schemeClr val="accent1"/>
              </a:buClr>
              <a:buSzPct val="100000"/>
              <a:buFontTx/>
              <a:buNone/>
              <a:defRPr sz="1200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 marL="28800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00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 marL="43200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00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 marL="57600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200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9" name="Text Placeholder 32 format margin gutterc">
            <a:extLst>
              <a:ext uri="{FF2B5EF4-FFF2-40B4-BE49-F238E27FC236}">
                <a16:creationId xmlns:a16="http://schemas.microsoft.com/office/drawing/2014/main" id="{E89C0FB9-6676-8341-B85C-126AA40B1A5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42188" y="2538415"/>
            <a:ext cx="1695505" cy="619125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40000"/>
              <a:buFontTx/>
              <a:buNone/>
              <a:defRPr sz="1000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 marL="144000" indent="0">
              <a:buClr>
                <a:schemeClr val="accent1"/>
              </a:buClr>
              <a:buSzPct val="100000"/>
              <a:buFontTx/>
              <a:buNone/>
              <a:defRPr sz="1000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 marL="28800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000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 marL="43200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000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 marL="57600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000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0" name="Text Placeholder 32 format margin gutterc">
            <a:extLst>
              <a:ext uri="{FF2B5EF4-FFF2-40B4-BE49-F238E27FC236}">
                <a16:creationId xmlns:a16="http://schemas.microsoft.com/office/drawing/2014/main" id="{A560AC7C-6411-BA4C-9A90-78487932834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37796" y="2538415"/>
            <a:ext cx="1695505" cy="619125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40000"/>
              <a:buFontTx/>
              <a:buNone/>
              <a:defRPr sz="1000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 marL="144000" indent="0">
              <a:buClr>
                <a:schemeClr val="accent1"/>
              </a:buClr>
              <a:buSzPct val="100000"/>
              <a:buFontTx/>
              <a:buNone/>
              <a:defRPr sz="1000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 marL="28800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000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 marL="43200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000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 marL="57600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000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1" name="Text Placeholder 32 format margin gutterc">
            <a:extLst>
              <a:ext uri="{FF2B5EF4-FFF2-40B4-BE49-F238E27FC236}">
                <a16:creationId xmlns:a16="http://schemas.microsoft.com/office/drawing/2014/main" id="{F84E0CDC-A9D8-C246-93DE-5D79E493C11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33403" y="2538415"/>
            <a:ext cx="1695505" cy="619125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40000"/>
              <a:buFontTx/>
              <a:buNone/>
              <a:defRPr sz="1000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 marL="144000" indent="0">
              <a:buClr>
                <a:schemeClr val="accent1"/>
              </a:buClr>
              <a:buSzPct val="100000"/>
              <a:buFontTx/>
              <a:buNone/>
              <a:defRPr sz="1000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 marL="28800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000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 marL="43200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000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 marL="576000" indent="0">
              <a:spcBef>
                <a:spcPts val="0"/>
              </a:spcBef>
              <a:buClr>
                <a:schemeClr val="accent1"/>
              </a:buClr>
              <a:buSzPct val="100000"/>
              <a:buFontTx/>
              <a:buNone/>
              <a:defRPr sz="1000"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550660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7" pos="489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 algn="ctr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77599" y="6477000"/>
            <a:ext cx="609600" cy="185738"/>
          </a:xfrm>
        </p:spPr>
        <p:txBody>
          <a:bodyPr/>
          <a:lstStyle>
            <a:lvl1pPr>
              <a:defRPr sz="900"/>
            </a:lvl1pPr>
          </a:lstStyle>
          <a:p>
            <a:fld id="{3650C051-3314-D242-AAEB-C050DF6D9FA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305058D-463E-3748-8449-0A1BD7C2D9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1" y="1557338"/>
            <a:ext cx="10668000" cy="4679950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DD40177-174F-A448-9EAA-6A45833FD426}"/>
              </a:ext>
            </a:extLst>
          </p:cNvPr>
          <p:cNvSpPr/>
          <p:nvPr userDrawn="1"/>
        </p:nvSpPr>
        <p:spPr>
          <a:xfrm>
            <a:off x="3" y="2"/>
            <a:ext cx="367836" cy="981075"/>
          </a:xfrm>
          <a:custGeom>
            <a:avLst/>
            <a:gdLst>
              <a:gd name="connsiteX0" fmla="*/ 0 w 298867"/>
              <a:gd name="connsiteY0" fmla="*/ 0 h 981075"/>
              <a:gd name="connsiteX1" fmla="*/ 298867 w 298867"/>
              <a:gd name="connsiteY1" fmla="*/ 0 h 981075"/>
              <a:gd name="connsiteX2" fmla="*/ 147373 w 298867"/>
              <a:gd name="connsiteY2" fmla="*/ 981075 h 981075"/>
              <a:gd name="connsiteX3" fmla="*/ 0 w 298867"/>
              <a:gd name="connsiteY3" fmla="*/ 981075 h 98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867" h="981075">
                <a:moveTo>
                  <a:pt x="0" y="0"/>
                </a:moveTo>
                <a:lnTo>
                  <a:pt x="298867" y="0"/>
                </a:lnTo>
                <a:lnTo>
                  <a:pt x="147373" y="981075"/>
                </a:lnTo>
                <a:lnTo>
                  <a:pt x="0" y="98107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800"/>
          </a:p>
        </p:txBody>
      </p:sp>
    </p:spTree>
    <p:extLst>
      <p:ext uri="{BB962C8B-B14F-4D97-AF65-F5344CB8AC3E}">
        <p14:creationId xmlns:p14="http://schemas.microsoft.com/office/powerpoint/2010/main" val="99282308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itre contenu 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0AFEB5-E5B4-2B45-8F14-A8F006A16D2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" y="0"/>
            <a:ext cx="1543538" cy="6858000"/>
          </a:xfrm>
          <a:custGeom>
            <a:avLst/>
            <a:gdLst>
              <a:gd name="connsiteX0" fmla="*/ 0 w 1254125"/>
              <a:gd name="connsiteY0" fmla="*/ 0 h 6858000"/>
              <a:gd name="connsiteX1" fmla="*/ 1254125 w 1254125"/>
              <a:gd name="connsiteY1" fmla="*/ 0 h 6858000"/>
              <a:gd name="connsiteX2" fmla="*/ 314325 w 1254125"/>
              <a:gd name="connsiteY2" fmla="*/ 6858000 h 6858000"/>
              <a:gd name="connsiteX3" fmla="*/ 0 w 125412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4125" h="6858000">
                <a:moveTo>
                  <a:pt x="0" y="0"/>
                </a:moveTo>
                <a:lnTo>
                  <a:pt x="1254125" y="0"/>
                </a:lnTo>
                <a:lnTo>
                  <a:pt x="31432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anchor="ctr">
            <a:noAutofit/>
          </a:bodyPr>
          <a:lstStyle>
            <a:lvl1pPr marL="0" indent="0" algn="ctr">
              <a:spcBef>
                <a:spcPts val="0"/>
              </a:spcBef>
              <a:defRPr sz="2400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 format margin gutterc"/>
          <p:cNvSpPr>
            <a:spLocks noGrp="1"/>
          </p:cNvSpPr>
          <p:nvPr>
            <p:ph type="title"/>
          </p:nvPr>
        </p:nvSpPr>
        <p:spPr>
          <a:xfrm>
            <a:off x="2133601" y="185740"/>
            <a:ext cx="9296400" cy="866775"/>
          </a:xfrm>
        </p:spPr>
        <p:txBody>
          <a:bodyPr/>
          <a:lstStyle>
            <a:lvl1pPr algn="l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Modifiez le style du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ext Placeholder 7 format margin gutterc">
            <a:extLst>
              <a:ext uri="{FF2B5EF4-FFF2-40B4-BE49-F238E27FC236}">
                <a16:creationId xmlns:a16="http://schemas.microsoft.com/office/drawing/2014/main" id="{8452ADAD-0420-0F49-8640-DF15CFC0ED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33601" y="1557339"/>
            <a:ext cx="9296400" cy="4679950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33060217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itre contenu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F1ACEB0-93A8-334F-8FF1-D76EBCB75D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39138" cy="6858000"/>
          </a:xfrm>
          <a:custGeom>
            <a:avLst/>
            <a:gdLst>
              <a:gd name="connsiteX0" fmla="*/ 0 w 3606800"/>
              <a:gd name="connsiteY0" fmla="*/ 0 h 6858000"/>
              <a:gd name="connsiteX1" fmla="*/ 3606800 w 3606800"/>
              <a:gd name="connsiteY1" fmla="*/ 0 h 6858000"/>
              <a:gd name="connsiteX2" fmla="*/ 2667000 w 3606800"/>
              <a:gd name="connsiteY2" fmla="*/ 6858000 h 6858000"/>
              <a:gd name="connsiteX3" fmla="*/ 0 w 3606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6800" h="6858000">
                <a:moveTo>
                  <a:pt x="0" y="0"/>
                </a:moveTo>
                <a:lnTo>
                  <a:pt x="3606800" y="0"/>
                </a:lnTo>
                <a:lnTo>
                  <a:pt x="266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anchor="ctr">
            <a:noAutofit/>
          </a:bodyPr>
          <a:lstStyle>
            <a:lvl1pPr marL="0" indent="0" algn="ctr">
              <a:spcBef>
                <a:spcPts val="0"/>
              </a:spcBef>
              <a:defRPr sz="2400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2" y="185739"/>
            <a:ext cx="5638800" cy="866775"/>
          </a:xfrm>
        </p:spPr>
        <p:txBody>
          <a:bodyPr anchor="b"/>
          <a:lstStyle>
            <a:lvl1pPr algn="l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ext Placeholder 7 format margin gutterc">
            <a:extLst>
              <a:ext uri="{FF2B5EF4-FFF2-40B4-BE49-F238E27FC236}">
                <a16:creationId xmlns:a16="http://schemas.microsoft.com/office/drawing/2014/main" id="{8452ADAD-0420-0F49-8640-DF15CFC0ED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1" y="1547814"/>
            <a:ext cx="5638800" cy="4705350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17402656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titre contenu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14EAB57-E76E-5945-B656-59C528783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39138" cy="6858000"/>
          </a:xfrm>
          <a:custGeom>
            <a:avLst/>
            <a:gdLst>
              <a:gd name="connsiteX0" fmla="*/ 0 w 3606800"/>
              <a:gd name="connsiteY0" fmla="*/ 0 h 6858000"/>
              <a:gd name="connsiteX1" fmla="*/ 3606800 w 3606800"/>
              <a:gd name="connsiteY1" fmla="*/ 0 h 6858000"/>
              <a:gd name="connsiteX2" fmla="*/ 2667000 w 3606800"/>
              <a:gd name="connsiteY2" fmla="*/ 6858000 h 6858000"/>
              <a:gd name="connsiteX3" fmla="*/ 0 w 3606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6800" h="6858000">
                <a:moveTo>
                  <a:pt x="0" y="0"/>
                </a:moveTo>
                <a:lnTo>
                  <a:pt x="3606800" y="0"/>
                </a:lnTo>
                <a:lnTo>
                  <a:pt x="266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anchor="ctr">
            <a:noAutofit/>
          </a:bodyPr>
          <a:lstStyle>
            <a:lvl1pPr marL="0" indent="0" algn="ctr">
              <a:spcBef>
                <a:spcPts val="0"/>
              </a:spcBef>
              <a:defRPr sz="2400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2" y="1362075"/>
            <a:ext cx="5638800" cy="1162051"/>
          </a:xfrm>
        </p:spPr>
        <p:txBody>
          <a:bodyPr anchor="b"/>
          <a:lstStyle>
            <a:lvl1pPr algn="l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ext Placeholder 6 format margin gutterc">
            <a:extLst>
              <a:ext uri="{FF2B5EF4-FFF2-40B4-BE49-F238E27FC236}">
                <a16:creationId xmlns:a16="http://schemas.microsoft.com/office/drawing/2014/main" id="{A4D0DB50-FB3B-2049-AB4D-FBA371BBF1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4002" y="2724150"/>
            <a:ext cx="5638800" cy="2414588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3262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2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AD2F41-1B46-5B4C-A293-EC1A9163A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" y="0"/>
            <a:ext cx="3829537" cy="6858000"/>
          </a:xfrm>
          <a:custGeom>
            <a:avLst/>
            <a:gdLst>
              <a:gd name="connsiteX0" fmla="*/ 0 w 3111499"/>
              <a:gd name="connsiteY0" fmla="*/ 0 h 6858000"/>
              <a:gd name="connsiteX1" fmla="*/ 3111499 w 3111499"/>
              <a:gd name="connsiteY1" fmla="*/ 0 h 6858000"/>
              <a:gd name="connsiteX2" fmla="*/ 2171699 w 3111499"/>
              <a:gd name="connsiteY2" fmla="*/ 6858000 h 6858000"/>
              <a:gd name="connsiteX3" fmla="*/ 0 w 31114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1499" h="6858000">
                <a:moveTo>
                  <a:pt x="0" y="0"/>
                </a:moveTo>
                <a:lnTo>
                  <a:pt x="3111499" y="0"/>
                </a:lnTo>
                <a:lnTo>
                  <a:pt x="217169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anchor="ctr">
            <a:noAutofit/>
          </a:bodyPr>
          <a:lstStyle>
            <a:lvl1pPr marL="0" indent="0" algn="ctr">
              <a:spcBef>
                <a:spcPts val="0"/>
              </a:spcBef>
              <a:defRPr sz="2400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 format margin gutterc"/>
          <p:cNvSpPr>
            <a:spLocks noGrp="1"/>
          </p:cNvSpPr>
          <p:nvPr>
            <p:ph type="title" hasCustomPrompt="1"/>
          </p:nvPr>
        </p:nvSpPr>
        <p:spPr>
          <a:xfrm>
            <a:off x="6705601" y="1362075"/>
            <a:ext cx="4267200" cy="1162051"/>
          </a:xfrm>
        </p:spPr>
        <p:txBody>
          <a:bodyPr anchor="b"/>
          <a:lstStyle>
            <a:lvl1pPr algn="l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ext Placeholder 6 format margin gutterc">
            <a:extLst>
              <a:ext uri="{FF2B5EF4-FFF2-40B4-BE49-F238E27FC236}">
                <a16:creationId xmlns:a16="http://schemas.microsoft.com/office/drawing/2014/main" id="{A4D0DB50-FB3B-2049-AB4D-FBA371BBF1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05601" y="2724150"/>
            <a:ext cx="4267200" cy="2414588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Freeform 10 format margin gutterc">
            <a:extLst>
              <a:ext uri="{FF2B5EF4-FFF2-40B4-BE49-F238E27FC236}">
                <a16:creationId xmlns:a16="http://schemas.microsoft.com/office/drawing/2014/main" id="{760D7687-CBD3-AD47-8AC6-959E900B5A3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133601" y="0"/>
            <a:ext cx="3442677" cy="6858000"/>
          </a:xfrm>
          <a:custGeom>
            <a:avLst/>
            <a:gdLst>
              <a:gd name="connsiteX0" fmla="*/ 939800 w 2797175"/>
              <a:gd name="connsiteY0" fmla="*/ 0 h 6858000"/>
              <a:gd name="connsiteX1" fmla="*/ 2797175 w 2797175"/>
              <a:gd name="connsiteY1" fmla="*/ 0 h 6858000"/>
              <a:gd name="connsiteX2" fmla="*/ 1857375 w 2797175"/>
              <a:gd name="connsiteY2" fmla="*/ 6858000 h 6858000"/>
              <a:gd name="connsiteX3" fmla="*/ 0 w 2797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7175" h="6858000">
                <a:moveTo>
                  <a:pt x="939800" y="0"/>
                </a:moveTo>
                <a:lnTo>
                  <a:pt x="2797175" y="0"/>
                </a:lnTo>
                <a:lnTo>
                  <a:pt x="18573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D579"/>
          </a:solidFill>
        </p:spPr>
        <p:txBody>
          <a:bodyPr wrap="square" anchor="ctr">
            <a:noAutofit/>
          </a:bodyPr>
          <a:lstStyle>
            <a:lvl1pPr marL="0" indent="0" algn="ctr">
              <a:spcBef>
                <a:spcPts val="0"/>
              </a:spcBef>
              <a:defRPr sz="2400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1336727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g titre-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4BECB7D-4CAB-F247-8B01-04D8CFA591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0"/>
            <a:ext cx="8916846" cy="6858000"/>
          </a:xfrm>
          <a:custGeom>
            <a:avLst/>
            <a:gdLst>
              <a:gd name="connsiteX0" fmla="*/ 0 w 7244937"/>
              <a:gd name="connsiteY0" fmla="*/ 0 h 6858000"/>
              <a:gd name="connsiteX1" fmla="*/ 7244937 w 7244937"/>
              <a:gd name="connsiteY1" fmla="*/ 0 h 6858000"/>
              <a:gd name="connsiteX2" fmla="*/ 6305137 w 7244937"/>
              <a:gd name="connsiteY2" fmla="*/ 6858000 h 6858000"/>
              <a:gd name="connsiteX3" fmla="*/ 0 w 724493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44937" h="6858000">
                <a:moveTo>
                  <a:pt x="0" y="0"/>
                </a:moveTo>
                <a:lnTo>
                  <a:pt x="7244937" y="0"/>
                </a:lnTo>
                <a:lnTo>
                  <a:pt x="630513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anchor="ctr">
            <a:noAutofit/>
          </a:bodyPr>
          <a:lstStyle>
            <a:lvl1pPr algn="ctr">
              <a:defRPr sz="1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49C4209-9563-4746-8C16-9E04792AF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2862" y="-2"/>
            <a:ext cx="4439138" cy="6858002"/>
          </a:xfrm>
          <a:custGeom>
            <a:avLst/>
            <a:gdLst>
              <a:gd name="connsiteX0" fmla="*/ 0 w 3606800"/>
              <a:gd name="connsiteY0" fmla="*/ 0 h 6858002"/>
              <a:gd name="connsiteX1" fmla="*/ 1193800 w 3606800"/>
              <a:gd name="connsiteY1" fmla="*/ 0 h 6858002"/>
              <a:gd name="connsiteX2" fmla="*/ 1193800 w 3606800"/>
              <a:gd name="connsiteY2" fmla="*/ 2 h 6858002"/>
              <a:gd name="connsiteX3" fmla="*/ 3606800 w 3606800"/>
              <a:gd name="connsiteY3" fmla="*/ 2 h 6858002"/>
              <a:gd name="connsiteX4" fmla="*/ 3606800 w 3606800"/>
              <a:gd name="connsiteY4" fmla="*/ 6858002 h 6858002"/>
              <a:gd name="connsiteX5" fmla="*/ 2667000 w 3606800"/>
              <a:gd name="connsiteY5" fmla="*/ 6858002 h 6858002"/>
              <a:gd name="connsiteX6" fmla="*/ 1193800 w 3606800"/>
              <a:gd name="connsiteY6" fmla="*/ 6858002 h 6858002"/>
              <a:gd name="connsiteX7" fmla="*/ 425450 w 3606800"/>
              <a:gd name="connsiteY7" fmla="*/ 6858002 h 6858002"/>
              <a:gd name="connsiteX8" fmla="*/ 101600 w 3606800"/>
              <a:gd name="connsiteY8" fmla="*/ 6858002 h 6858002"/>
              <a:gd name="connsiteX9" fmla="*/ 1 w 3606800"/>
              <a:gd name="connsiteY9" fmla="*/ 6858002 h 6858002"/>
              <a:gd name="connsiteX10" fmla="*/ 939801 w 3606800"/>
              <a:gd name="connsiteY10" fmla="*/ 2 h 6858002"/>
              <a:gd name="connsiteX11" fmla="*/ 1 w 3606800"/>
              <a:gd name="connsiteY11" fmla="*/ 2 h 6858002"/>
              <a:gd name="connsiteX12" fmla="*/ 1 w 3606800"/>
              <a:gd name="connsiteY12" fmla="*/ 6858002 h 6858002"/>
              <a:gd name="connsiteX13" fmla="*/ 0 w 3606800"/>
              <a:gd name="connsiteY1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6800" h="6858002">
                <a:moveTo>
                  <a:pt x="0" y="0"/>
                </a:moveTo>
                <a:lnTo>
                  <a:pt x="1193800" y="0"/>
                </a:lnTo>
                <a:lnTo>
                  <a:pt x="1193800" y="2"/>
                </a:lnTo>
                <a:lnTo>
                  <a:pt x="3606800" y="2"/>
                </a:lnTo>
                <a:lnTo>
                  <a:pt x="3606800" y="6858002"/>
                </a:lnTo>
                <a:lnTo>
                  <a:pt x="2667000" y="6858002"/>
                </a:lnTo>
                <a:lnTo>
                  <a:pt x="1193800" y="6858002"/>
                </a:lnTo>
                <a:lnTo>
                  <a:pt x="425450" y="6858002"/>
                </a:lnTo>
                <a:lnTo>
                  <a:pt x="101600" y="6858002"/>
                </a:lnTo>
                <a:lnTo>
                  <a:pt x="1" y="6858002"/>
                </a:lnTo>
                <a:lnTo>
                  <a:pt x="939801" y="2"/>
                </a:lnTo>
                <a:lnTo>
                  <a:pt x="1" y="2"/>
                </a:lnTo>
                <a:lnTo>
                  <a:pt x="1" y="6858002"/>
                </a:lnTo>
                <a:lnTo>
                  <a:pt x="0" y="6858002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609600" tIns="304800" rIns="609600" bIns="304800" anchor="ctr">
            <a:noAutofit/>
          </a:bodyPr>
          <a:lstStyle>
            <a:lvl1pPr algn="r"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09BB29-86D9-0E4A-9D65-2F3D776091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650C051-3314-D242-AAEB-C050DF6D9FA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230229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-g image-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B8AE6FE-5D8A-C747-B5CB-23CABDA88B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75153" y="0"/>
            <a:ext cx="8916847" cy="6858000"/>
          </a:xfrm>
          <a:custGeom>
            <a:avLst/>
            <a:gdLst>
              <a:gd name="connsiteX0" fmla="*/ 939800 w 7244938"/>
              <a:gd name="connsiteY0" fmla="*/ 0 h 6858000"/>
              <a:gd name="connsiteX1" fmla="*/ 7244938 w 7244938"/>
              <a:gd name="connsiteY1" fmla="*/ 0 h 6858000"/>
              <a:gd name="connsiteX2" fmla="*/ 7244938 w 7244938"/>
              <a:gd name="connsiteY2" fmla="*/ 6858000 h 6858000"/>
              <a:gd name="connsiteX3" fmla="*/ 0 w 72449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44938" h="6858000">
                <a:moveTo>
                  <a:pt x="939800" y="0"/>
                </a:moveTo>
                <a:lnTo>
                  <a:pt x="7244938" y="0"/>
                </a:lnTo>
                <a:lnTo>
                  <a:pt x="724493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anchor="ctr">
            <a:noAutofit/>
          </a:bodyPr>
          <a:lstStyle>
            <a:lvl1pPr algn="ctr">
              <a:defRPr sz="1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DA871A-C7B6-8347-A58C-F1E188A61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"/>
            <a:ext cx="4439138" cy="6858002"/>
          </a:xfrm>
          <a:custGeom>
            <a:avLst/>
            <a:gdLst>
              <a:gd name="connsiteX0" fmla="*/ 0 w 3606800"/>
              <a:gd name="connsiteY0" fmla="*/ 0 h 6858002"/>
              <a:gd name="connsiteX1" fmla="*/ 1193800 w 3606800"/>
              <a:gd name="connsiteY1" fmla="*/ 0 h 6858002"/>
              <a:gd name="connsiteX2" fmla="*/ 1193800 w 3606800"/>
              <a:gd name="connsiteY2" fmla="*/ 2 h 6858002"/>
              <a:gd name="connsiteX3" fmla="*/ 3606800 w 3606800"/>
              <a:gd name="connsiteY3" fmla="*/ 2 h 6858002"/>
              <a:gd name="connsiteX4" fmla="*/ 2667000 w 3606800"/>
              <a:gd name="connsiteY4" fmla="*/ 6858002 h 6858002"/>
              <a:gd name="connsiteX5" fmla="*/ 1193800 w 3606800"/>
              <a:gd name="connsiteY5" fmla="*/ 6858002 h 6858002"/>
              <a:gd name="connsiteX6" fmla="*/ 101600 w 3606800"/>
              <a:gd name="connsiteY6" fmla="*/ 6858002 h 6858002"/>
              <a:gd name="connsiteX7" fmla="*/ 0 w 3606800"/>
              <a:gd name="connsiteY7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06800" h="6858002">
                <a:moveTo>
                  <a:pt x="0" y="0"/>
                </a:moveTo>
                <a:lnTo>
                  <a:pt x="1193800" y="0"/>
                </a:lnTo>
                <a:lnTo>
                  <a:pt x="1193800" y="2"/>
                </a:lnTo>
                <a:lnTo>
                  <a:pt x="3606800" y="2"/>
                </a:lnTo>
                <a:lnTo>
                  <a:pt x="2667000" y="6858002"/>
                </a:lnTo>
                <a:lnTo>
                  <a:pt x="1193800" y="6858002"/>
                </a:lnTo>
                <a:lnTo>
                  <a:pt x="101600" y="6858002"/>
                </a:lnTo>
                <a:lnTo>
                  <a:pt x="0" y="6858002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609600" tIns="304800" rIns="609600" bIns="304800" anchor="ctr">
            <a:noAutofit/>
          </a:bodyPr>
          <a:lstStyle>
            <a:lvl1pPr algn="l"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09BB29-86D9-0E4A-9D65-2F3D776091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650C051-3314-D242-AAEB-C050DF6D9FA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34122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h titre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0CCEC92-62C7-1141-B6BE-D228B332312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"/>
            <a:ext cx="12192000" cy="5584413"/>
          </a:xfrm>
          <a:custGeom>
            <a:avLst/>
            <a:gdLst>
              <a:gd name="connsiteX0" fmla="*/ 0 w 9906000"/>
              <a:gd name="connsiteY0" fmla="*/ 0 h 5584413"/>
              <a:gd name="connsiteX1" fmla="*/ 9906000 w 9906000"/>
              <a:gd name="connsiteY1" fmla="*/ 0 h 5584413"/>
              <a:gd name="connsiteX2" fmla="*/ 9906000 w 9906000"/>
              <a:gd name="connsiteY2" fmla="*/ 4222338 h 5584413"/>
              <a:gd name="connsiteX3" fmla="*/ 0 w 9906000"/>
              <a:gd name="connsiteY3" fmla="*/ 5584413 h 5584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06000" h="5584413">
                <a:moveTo>
                  <a:pt x="0" y="0"/>
                </a:moveTo>
                <a:lnTo>
                  <a:pt x="9906000" y="0"/>
                </a:lnTo>
                <a:lnTo>
                  <a:pt x="9906000" y="4222338"/>
                </a:lnTo>
                <a:lnTo>
                  <a:pt x="0" y="5584413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anchor="ctr">
            <a:noAutofit/>
          </a:bodyPr>
          <a:lstStyle>
            <a:lvl1pPr algn="ctr">
              <a:defRPr sz="1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F627683-6FC3-7E42-897A-2F3C79CEC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16400"/>
            <a:ext cx="12192000" cy="2641600"/>
          </a:xfrm>
          <a:custGeom>
            <a:avLst/>
            <a:gdLst>
              <a:gd name="connsiteX0" fmla="*/ 9906000 w 9906000"/>
              <a:gd name="connsiteY0" fmla="*/ 0 h 2641600"/>
              <a:gd name="connsiteX1" fmla="*/ 9906000 w 9906000"/>
              <a:gd name="connsiteY1" fmla="*/ 2641600 h 2641600"/>
              <a:gd name="connsiteX2" fmla="*/ 0 w 9906000"/>
              <a:gd name="connsiteY2" fmla="*/ 2641600 h 2641600"/>
              <a:gd name="connsiteX3" fmla="*/ 0 w 9906000"/>
              <a:gd name="connsiteY3" fmla="*/ 1362075 h 264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06000" h="2641600">
                <a:moveTo>
                  <a:pt x="9906000" y="0"/>
                </a:moveTo>
                <a:lnTo>
                  <a:pt x="9906000" y="2641600"/>
                </a:lnTo>
                <a:lnTo>
                  <a:pt x="0" y="2641600"/>
                </a:lnTo>
                <a:lnTo>
                  <a:pt x="0" y="1362075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609600" tIns="1574800" rIns="609600" bIns="609600" anchor="b">
            <a:noAutofit/>
          </a:bodyPr>
          <a:lstStyle>
            <a:lvl1pPr algn="r"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09BB29-86D9-0E4A-9D65-2F3D776091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650C051-3314-D242-AAEB-C050DF6D9FA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676089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-h image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8120566-290B-E94A-A38B-B5ED13EBCFC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73589"/>
            <a:ext cx="12192000" cy="5584413"/>
          </a:xfrm>
          <a:custGeom>
            <a:avLst/>
            <a:gdLst>
              <a:gd name="connsiteX0" fmla="*/ 9906000 w 9906000"/>
              <a:gd name="connsiteY0" fmla="*/ 0 h 5584413"/>
              <a:gd name="connsiteX1" fmla="*/ 9906000 w 9906000"/>
              <a:gd name="connsiteY1" fmla="*/ 5584413 h 5584413"/>
              <a:gd name="connsiteX2" fmla="*/ 0 w 9906000"/>
              <a:gd name="connsiteY2" fmla="*/ 5584413 h 5584413"/>
              <a:gd name="connsiteX3" fmla="*/ 0 w 9906000"/>
              <a:gd name="connsiteY3" fmla="*/ 1362075 h 5584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06000" h="5584413">
                <a:moveTo>
                  <a:pt x="9906000" y="0"/>
                </a:moveTo>
                <a:lnTo>
                  <a:pt x="9906000" y="5584413"/>
                </a:lnTo>
                <a:lnTo>
                  <a:pt x="0" y="5584413"/>
                </a:lnTo>
                <a:lnTo>
                  <a:pt x="0" y="1362075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anchor="ctr">
            <a:noAutofit/>
          </a:bodyPr>
          <a:lstStyle>
            <a:lvl1pPr algn="ctr">
              <a:defRPr sz="1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09BB29-86D9-0E4A-9D65-2F3D776091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650C051-3314-D242-AAEB-C050DF6D9FA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433C025-D062-174C-B972-52852060E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2641600"/>
          </a:xfrm>
          <a:custGeom>
            <a:avLst/>
            <a:gdLst>
              <a:gd name="connsiteX0" fmla="*/ 0 w 9906000"/>
              <a:gd name="connsiteY0" fmla="*/ 0 h 2641600"/>
              <a:gd name="connsiteX1" fmla="*/ 9906000 w 9906000"/>
              <a:gd name="connsiteY1" fmla="*/ 0 h 2641600"/>
              <a:gd name="connsiteX2" fmla="*/ 9906000 w 9906000"/>
              <a:gd name="connsiteY2" fmla="*/ 1284112 h 2641600"/>
              <a:gd name="connsiteX3" fmla="*/ 3 w 9906000"/>
              <a:gd name="connsiteY3" fmla="*/ 2641600 h 2641600"/>
              <a:gd name="connsiteX4" fmla="*/ 0 w 9906000"/>
              <a:gd name="connsiteY4" fmla="*/ 2641600 h 2641600"/>
              <a:gd name="connsiteX5" fmla="*/ 0 w 9906000"/>
              <a:gd name="connsiteY5" fmla="*/ 1727200 h 2641600"/>
              <a:gd name="connsiteX6" fmla="*/ 0 w 9906000"/>
              <a:gd name="connsiteY6" fmla="*/ 1362075 h 264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00" h="2641600">
                <a:moveTo>
                  <a:pt x="0" y="0"/>
                </a:moveTo>
                <a:lnTo>
                  <a:pt x="9906000" y="0"/>
                </a:lnTo>
                <a:lnTo>
                  <a:pt x="9906000" y="1284112"/>
                </a:lnTo>
                <a:lnTo>
                  <a:pt x="3" y="2641600"/>
                </a:lnTo>
                <a:lnTo>
                  <a:pt x="0" y="2641600"/>
                </a:lnTo>
                <a:lnTo>
                  <a:pt x="0" y="1727200"/>
                </a:lnTo>
                <a:lnTo>
                  <a:pt x="0" y="1362075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609600" tIns="609600" rIns="609600" bIns="1574800" anchor="t">
            <a:noAutofit/>
          </a:bodyPr>
          <a:lstStyle>
            <a:lvl1pPr algn="l">
              <a:lnSpc>
                <a:spcPct val="10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50526604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 format">
            <a:extLst>
              <a:ext uri="{FF2B5EF4-FFF2-40B4-BE49-F238E27FC236}">
                <a16:creationId xmlns:a16="http://schemas.microsoft.com/office/drawing/2014/main" id="{265859CB-C37C-1742-97FD-01F13AFC8CEB}"/>
              </a:ext>
            </a:extLst>
          </p:cNvPr>
          <p:cNvSpPr/>
          <p:nvPr userDrawn="1"/>
        </p:nvSpPr>
        <p:spPr>
          <a:xfrm>
            <a:off x="0" y="1795465"/>
            <a:ext cx="12192000" cy="32813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800"/>
          </a:p>
        </p:txBody>
      </p:sp>
      <p:pic>
        <p:nvPicPr>
          <p:cNvPr id="31" name="cover-ornament format margin gutterc">
            <a:extLst>
              <a:ext uri="{FF2B5EF4-FFF2-40B4-BE49-F238E27FC236}">
                <a16:creationId xmlns:a16="http://schemas.microsoft.com/office/drawing/2014/main" id="{5B4E91F2-39ED-FA49-9C80-27B4DDCEC3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25639"/>
            <a:ext cx="3333750" cy="3033713"/>
          </a:xfrm>
          <a:prstGeom prst="rect">
            <a:avLst/>
          </a:prstGeom>
        </p:spPr>
      </p:pic>
      <p:sp>
        <p:nvSpPr>
          <p:cNvPr id="11" name="Freeform 17 format margin gutterc">
            <a:extLst>
              <a:ext uri="{FF2B5EF4-FFF2-40B4-BE49-F238E27FC236}">
                <a16:creationId xmlns:a16="http://schemas.microsoft.com/office/drawing/2014/main" id="{2EECA1CC-953B-6E47-B4EF-9BE2CA9399B4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620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2" name="Freeform 17 format margin gutterc">
            <a:extLst>
              <a:ext uri="{FF2B5EF4-FFF2-40B4-BE49-F238E27FC236}">
                <a16:creationId xmlns:a16="http://schemas.microsoft.com/office/drawing/2014/main" id="{4E442010-44B8-9A47-95FF-748F219C909E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25908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3" name="Freeform 17 format margin gutterc">
            <a:extLst>
              <a:ext uri="{FF2B5EF4-FFF2-40B4-BE49-F238E27FC236}">
                <a16:creationId xmlns:a16="http://schemas.microsoft.com/office/drawing/2014/main" id="{3FD7A1A6-F486-5640-B402-57DBE5F587BE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4196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4" name="Freeform 17 format margin gutterc">
            <a:extLst>
              <a:ext uri="{FF2B5EF4-FFF2-40B4-BE49-F238E27FC236}">
                <a16:creationId xmlns:a16="http://schemas.microsoft.com/office/drawing/2014/main" id="{D21DB537-3BDB-D949-ACFF-2D69AFFD8782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80772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 anchor="b"/>
          <a:lstStyle>
            <a:lvl1pPr algn="ctr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5" name="Freeform 17 format margin gutterc">
            <a:extLst>
              <a:ext uri="{FF2B5EF4-FFF2-40B4-BE49-F238E27FC236}">
                <a16:creationId xmlns:a16="http://schemas.microsoft.com/office/drawing/2014/main" id="{C8B33996-D2D7-4748-9B10-9F13CC5703B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2484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6" name="Freeform 17 format margin gutterc">
            <a:extLst>
              <a:ext uri="{FF2B5EF4-FFF2-40B4-BE49-F238E27FC236}">
                <a16:creationId xmlns:a16="http://schemas.microsoft.com/office/drawing/2014/main" id="{1DCC4865-0E77-3640-8B64-EE961744993B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9906000" y="2043113"/>
            <a:ext cx="1524000" cy="1238250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9" name="Content Placeholder 6 format margin gutterc">
            <a:extLst>
              <a:ext uri="{FF2B5EF4-FFF2-40B4-BE49-F238E27FC236}">
                <a16:creationId xmlns:a16="http://schemas.microsoft.com/office/drawing/2014/main" id="{BA92B959-A7D4-5F47-B4BA-331D99482BC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1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200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1800" dirty="0">
                <a:solidFill>
                  <a:schemeClr val="lt1"/>
                </a:solidFill>
              </a:defRPr>
            </a:lvl5pPr>
          </a:lstStyle>
          <a:p>
            <a:pPr lvl="0" algn="ctr" defTabSz="914400"/>
            <a:r>
              <a:rPr lang="fr-FR"/>
              <a:t>Modifier les styles du texte du masque</a:t>
            </a:r>
          </a:p>
          <a:p>
            <a:pPr lvl="1" algn="ctr" defTabSz="914400"/>
            <a:r>
              <a:rPr lang="fr-FR"/>
              <a:t>Deuxième niveau</a:t>
            </a:r>
          </a:p>
          <a:p>
            <a:pPr lvl="2" algn="ctr" defTabSz="914400"/>
            <a:r>
              <a:rPr lang="fr-FR"/>
              <a:t>Troisième niveau</a:t>
            </a:r>
          </a:p>
          <a:p>
            <a:pPr lvl="3" algn="ctr" defTabSz="914400"/>
            <a:r>
              <a:rPr lang="fr-FR"/>
              <a:t>Quatrième niveau</a:t>
            </a:r>
          </a:p>
          <a:p>
            <a:pPr lvl="4" algn="ctr" defTabSz="914400"/>
            <a:r>
              <a:rPr lang="fr-FR"/>
              <a:t>Cinquième niveau</a:t>
            </a:r>
          </a:p>
        </p:txBody>
      </p:sp>
      <p:sp>
        <p:nvSpPr>
          <p:cNvPr id="20" name="Content Placeholder 6 format margin gutterc">
            <a:extLst>
              <a:ext uri="{FF2B5EF4-FFF2-40B4-BE49-F238E27FC236}">
                <a16:creationId xmlns:a16="http://schemas.microsoft.com/office/drawing/2014/main" id="{EBB1DCF6-986C-7648-9B50-73A05AE6931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590800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200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1800" dirty="0">
                <a:solidFill>
                  <a:schemeClr val="lt1"/>
                </a:solidFill>
              </a:defRPr>
            </a:lvl5pPr>
          </a:lstStyle>
          <a:p>
            <a:pPr lvl="0" algn="ctr" defTabSz="914400"/>
            <a:r>
              <a:rPr lang="fr-FR"/>
              <a:t>Modifier les styles du texte du masque</a:t>
            </a:r>
          </a:p>
          <a:p>
            <a:pPr lvl="1" algn="ctr" defTabSz="914400"/>
            <a:r>
              <a:rPr lang="fr-FR"/>
              <a:t>Deuxième niveau</a:t>
            </a:r>
          </a:p>
          <a:p>
            <a:pPr lvl="2" algn="ctr" defTabSz="914400"/>
            <a:r>
              <a:rPr lang="fr-FR"/>
              <a:t>Troisième niveau</a:t>
            </a:r>
          </a:p>
          <a:p>
            <a:pPr lvl="3" algn="ctr" defTabSz="914400"/>
            <a:r>
              <a:rPr lang="fr-FR"/>
              <a:t>Quatrième niveau</a:t>
            </a:r>
          </a:p>
          <a:p>
            <a:pPr lvl="4" algn="ctr" defTabSz="914400"/>
            <a:r>
              <a:rPr lang="fr-FR"/>
              <a:t>Cinquième niveau</a:t>
            </a:r>
          </a:p>
        </p:txBody>
      </p:sp>
      <p:sp>
        <p:nvSpPr>
          <p:cNvPr id="21" name="Content Placeholder 6 format margin gutterc">
            <a:extLst>
              <a:ext uri="{FF2B5EF4-FFF2-40B4-BE49-F238E27FC236}">
                <a16:creationId xmlns:a16="http://schemas.microsoft.com/office/drawing/2014/main" id="{68475B63-D928-8C4A-AC48-14FB3BBDB5D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419599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200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1800" dirty="0">
                <a:solidFill>
                  <a:schemeClr val="lt1"/>
                </a:solidFill>
              </a:defRPr>
            </a:lvl5pPr>
          </a:lstStyle>
          <a:p>
            <a:pPr lvl="0" algn="ctr" defTabSz="914400"/>
            <a:r>
              <a:rPr lang="fr-FR"/>
              <a:t>Modifier les styles du texte du masque</a:t>
            </a:r>
          </a:p>
          <a:p>
            <a:pPr lvl="1" algn="ctr" defTabSz="914400"/>
            <a:r>
              <a:rPr lang="fr-FR"/>
              <a:t>Deuxième niveau</a:t>
            </a:r>
          </a:p>
          <a:p>
            <a:pPr lvl="2" algn="ctr" defTabSz="914400"/>
            <a:r>
              <a:rPr lang="fr-FR"/>
              <a:t>Troisième niveau</a:t>
            </a:r>
          </a:p>
          <a:p>
            <a:pPr lvl="3" algn="ctr" defTabSz="914400"/>
            <a:r>
              <a:rPr lang="fr-FR"/>
              <a:t>Quatrième niveau</a:t>
            </a:r>
          </a:p>
          <a:p>
            <a:pPr lvl="4" algn="ctr" defTabSz="914400"/>
            <a:r>
              <a:rPr lang="fr-FR"/>
              <a:t>Cinquième niveau</a:t>
            </a:r>
          </a:p>
        </p:txBody>
      </p:sp>
      <p:sp>
        <p:nvSpPr>
          <p:cNvPr id="22" name="Content Placeholder 6 format margin gutterc">
            <a:extLst>
              <a:ext uri="{FF2B5EF4-FFF2-40B4-BE49-F238E27FC236}">
                <a16:creationId xmlns:a16="http://schemas.microsoft.com/office/drawing/2014/main" id="{9AC8F2DF-5D23-9B48-8B24-1483A62E363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248398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200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1800" dirty="0">
                <a:solidFill>
                  <a:schemeClr val="lt1"/>
                </a:solidFill>
              </a:defRPr>
            </a:lvl5pPr>
          </a:lstStyle>
          <a:p>
            <a:pPr lvl="0" algn="ctr" defTabSz="914400"/>
            <a:r>
              <a:rPr lang="fr-FR"/>
              <a:t>Modifier les styles du texte du masque</a:t>
            </a:r>
          </a:p>
          <a:p>
            <a:pPr lvl="1" algn="ctr" defTabSz="914400"/>
            <a:r>
              <a:rPr lang="fr-FR"/>
              <a:t>Deuxième niveau</a:t>
            </a:r>
          </a:p>
          <a:p>
            <a:pPr lvl="2" algn="ctr" defTabSz="914400"/>
            <a:r>
              <a:rPr lang="fr-FR"/>
              <a:t>Troisième niveau</a:t>
            </a:r>
          </a:p>
          <a:p>
            <a:pPr lvl="3" algn="ctr" defTabSz="914400"/>
            <a:r>
              <a:rPr lang="fr-FR"/>
              <a:t>Quatrième niveau</a:t>
            </a:r>
          </a:p>
          <a:p>
            <a:pPr lvl="4" algn="ctr" defTabSz="914400"/>
            <a:r>
              <a:rPr lang="fr-FR"/>
              <a:t>Cinquième niveau</a:t>
            </a:r>
          </a:p>
        </p:txBody>
      </p:sp>
      <p:sp>
        <p:nvSpPr>
          <p:cNvPr id="23" name="Content Placeholder 6 format margin gutterc">
            <a:extLst>
              <a:ext uri="{FF2B5EF4-FFF2-40B4-BE49-F238E27FC236}">
                <a16:creationId xmlns:a16="http://schemas.microsoft.com/office/drawing/2014/main" id="{C9468E61-67E7-9C48-82DC-4CC07F2A0F42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077196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200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1800" dirty="0">
                <a:solidFill>
                  <a:schemeClr val="lt1"/>
                </a:solidFill>
              </a:defRPr>
            </a:lvl5pPr>
          </a:lstStyle>
          <a:p>
            <a:pPr lvl="0" algn="ctr" defTabSz="914400"/>
            <a:r>
              <a:rPr lang="fr-FR"/>
              <a:t>Modifier les styles du texte du masque</a:t>
            </a:r>
          </a:p>
          <a:p>
            <a:pPr lvl="1" algn="ctr" defTabSz="914400"/>
            <a:r>
              <a:rPr lang="fr-FR"/>
              <a:t>Deuxième niveau</a:t>
            </a:r>
          </a:p>
          <a:p>
            <a:pPr lvl="2" algn="ctr" defTabSz="914400"/>
            <a:r>
              <a:rPr lang="fr-FR"/>
              <a:t>Troisième niveau</a:t>
            </a:r>
          </a:p>
          <a:p>
            <a:pPr lvl="3" algn="ctr" defTabSz="914400"/>
            <a:r>
              <a:rPr lang="fr-FR"/>
              <a:t>Quatrième niveau</a:t>
            </a:r>
          </a:p>
          <a:p>
            <a:pPr lvl="4" algn="ctr" defTabSz="914400"/>
            <a:r>
              <a:rPr lang="fr-FR"/>
              <a:t>Cinquième niveau</a:t>
            </a:r>
          </a:p>
        </p:txBody>
      </p:sp>
      <p:sp>
        <p:nvSpPr>
          <p:cNvPr id="24" name="Content Placeholder 6 format margin gutterc">
            <a:extLst>
              <a:ext uri="{FF2B5EF4-FFF2-40B4-BE49-F238E27FC236}">
                <a16:creationId xmlns:a16="http://schemas.microsoft.com/office/drawing/2014/main" id="{1AD07108-1C6D-FA43-BFB1-BC6D7C3FFED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9905995" y="3343276"/>
            <a:ext cx="1524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200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1800" dirty="0">
                <a:solidFill>
                  <a:schemeClr val="lt1"/>
                </a:solidFill>
              </a:defRPr>
            </a:lvl5pPr>
          </a:lstStyle>
          <a:p>
            <a:pPr lvl="0" algn="ctr" defTabSz="914400"/>
            <a:r>
              <a:rPr lang="fr-FR"/>
              <a:t>Modifier les styles du texte du masque</a:t>
            </a:r>
          </a:p>
          <a:p>
            <a:pPr lvl="1" algn="ctr" defTabSz="914400"/>
            <a:r>
              <a:rPr lang="fr-FR"/>
              <a:t>Deuxième niveau</a:t>
            </a:r>
          </a:p>
          <a:p>
            <a:pPr lvl="2" algn="ctr" defTabSz="914400"/>
            <a:r>
              <a:rPr lang="fr-FR"/>
              <a:t>Troisième niveau</a:t>
            </a:r>
          </a:p>
          <a:p>
            <a:pPr lvl="3" algn="ctr" defTabSz="914400"/>
            <a:r>
              <a:rPr lang="fr-FR"/>
              <a:t>Quatrième niveau</a:t>
            </a:r>
          </a:p>
          <a:p>
            <a:pPr lvl="4" algn="ctr" defTabSz="914400"/>
            <a:r>
              <a:rPr lang="fr-FR"/>
              <a:t>Cinquième niveau</a:t>
            </a:r>
          </a:p>
        </p:txBody>
      </p:sp>
      <p:sp>
        <p:nvSpPr>
          <p:cNvPr id="25" name="Content Placeholder 6 format margin gutterc">
            <a:extLst>
              <a:ext uri="{FF2B5EF4-FFF2-40B4-BE49-F238E27FC236}">
                <a16:creationId xmlns:a16="http://schemas.microsoft.com/office/drawing/2014/main" id="{A62D0468-D860-A548-A221-FCA1783B5AC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620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900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900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900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900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900" b="0" i="0" dirty="0">
                <a:solidFill>
                  <a:schemeClr val="lt1"/>
                </a:solidFill>
              </a:defRPr>
            </a:lvl5pPr>
          </a:lstStyle>
          <a:p>
            <a:pPr lvl="0" algn="ctr" defTabSz="914400"/>
            <a:r>
              <a:rPr lang="fr-FR"/>
              <a:t>Modifier les styles du texte du masque</a:t>
            </a:r>
          </a:p>
          <a:p>
            <a:pPr lvl="1" algn="ctr" defTabSz="914400"/>
            <a:r>
              <a:rPr lang="fr-FR"/>
              <a:t>Deuxième niveau</a:t>
            </a:r>
          </a:p>
          <a:p>
            <a:pPr lvl="2" algn="ctr" defTabSz="914400"/>
            <a:r>
              <a:rPr lang="fr-FR"/>
              <a:t>Troisième niveau</a:t>
            </a:r>
          </a:p>
          <a:p>
            <a:pPr lvl="3" algn="ctr" defTabSz="914400"/>
            <a:r>
              <a:rPr lang="fr-FR"/>
              <a:t>Quatrième niveau</a:t>
            </a:r>
          </a:p>
          <a:p>
            <a:pPr lvl="4" algn="ctr" defTabSz="914400"/>
            <a:r>
              <a:rPr lang="fr-FR"/>
              <a:t>Cinquième niveau</a:t>
            </a:r>
          </a:p>
        </p:txBody>
      </p:sp>
      <p:sp>
        <p:nvSpPr>
          <p:cNvPr id="26" name="Content Placeholder 6 format margin gutterc">
            <a:extLst>
              <a:ext uri="{FF2B5EF4-FFF2-40B4-BE49-F238E27FC236}">
                <a16:creationId xmlns:a16="http://schemas.microsoft.com/office/drawing/2014/main" id="{AA49DD3D-5335-1C49-88DC-F65190B6FCA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5908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900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900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900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900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900" b="0" i="0" dirty="0">
                <a:solidFill>
                  <a:schemeClr val="lt1"/>
                </a:solidFill>
              </a:defRPr>
            </a:lvl5pPr>
          </a:lstStyle>
          <a:p>
            <a:pPr lvl="0" algn="ctr" defTabSz="914400"/>
            <a:r>
              <a:rPr lang="fr-FR"/>
              <a:t>Modifier les styles du texte du masque</a:t>
            </a:r>
          </a:p>
          <a:p>
            <a:pPr lvl="1" algn="ctr" defTabSz="914400"/>
            <a:r>
              <a:rPr lang="fr-FR"/>
              <a:t>Deuxième niveau</a:t>
            </a:r>
          </a:p>
          <a:p>
            <a:pPr lvl="2" algn="ctr" defTabSz="914400"/>
            <a:r>
              <a:rPr lang="fr-FR"/>
              <a:t>Troisième niveau</a:t>
            </a:r>
          </a:p>
          <a:p>
            <a:pPr lvl="3" algn="ctr" defTabSz="914400"/>
            <a:r>
              <a:rPr lang="fr-FR"/>
              <a:t>Quatrième niveau</a:t>
            </a:r>
          </a:p>
          <a:p>
            <a:pPr lvl="4" algn="ctr" defTabSz="914400"/>
            <a:r>
              <a:rPr lang="fr-FR"/>
              <a:t>Cinquième niveau</a:t>
            </a:r>
          </a:p>
        </p:txBody>
      </p:sp>
      <p:sp>
        <p:nvSpPr>
          <p:cNvPr id="27" name="Content Placeholder 6 format margin gutterc">
            <a:extLst>
              <a:ext uri="{FF2B5EF4-FFF2-40B4-BE49-F238E27FC236}">
                <a16:creationId xmlns:a16="http://schemas.microsoft.com/office/drawing/2014/main" id="{04390093-F449-A04E-837C-A1F39C13E00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4196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900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900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900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900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900" b="0" i="0" dirty="0">
                <a:solidFill>
                  <a:schemeClr val="lt1"/>
                </a:solidFill>
              </a:defRPr>
            </a:lvl5pPr>
          </a:lstStyle>
          <a:p>
            <a:pPr lvl="0" algn="ctr" defTabSz="914400"/>
            <a:r>
              <a:rPr lang="fr-FR"/>
              <a:t>Modifier les styles du texte du masque</a:t>
            </a:r>
          </a:p>
          <a:p>
            <a:pPr lvl="1" algn="ctr" defTabSz="914400"/>
            <a:r>
              <a:rPr lang="fr-FR"/>
              <a:t>Deuxième niveau</a:t>
            </a:r>
          </a:p>
          <a:p>
            <a:pPr lvl="2" algn="ctr" defTabSz="914400"/>
            <a:r>
              <a:rPr lang="fr-FR"/>
              <a:t>Troisième niveau</a:t>
            </a:r>
          </a:p>
          <a:p>
            <a:pPr lvl="3" algn="ctr" defTabSz="914400"/>
            <a:r>
              <a:rPr lang="fr-FR"/>
              <a:t>Quatrième niveau</a:t>
            </a:r>
          </a:p>
          <a:p>
            <a:pPr lvl="4" algn="ctr" defTabSz="914400"/>
            <a:r>
              <a:rPr lang="fr-FR"/>
              <a:t>Cinquième niveau</a:t>
            </a:r>
          </a:p>
        </p:txBody>
      </p:sp>
      <p:sp>
        <p:nvSpPr>
          <p:cNvPr id="28" name="Content Placeholder 6 format margin gutterc">
            <a:extLst>
              <a:ext uri="{FF2B5EF4-FFF2-40B4-BE49-F238E27FC236}">
                <a16:creationId xmlns:a16="http://schemas.microsoft.com/office/drawing/2014/main" id="{CB59CAC3-6DC9-A540-8E99-AD02BFAD87F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2484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900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900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900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900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900" b="0" i="0" dirty="0">
                <a:solidFill>
                  <a:schemeClr val="lt1"/>
                </a:solidFill>
              </a:defRPr>
            </a:lvl5pPr>
          </a:lstStyle>
          <a:p>
            <a:pPr lvl="0" algn="ctr" defTabSz="914400"/>
            <a:r>
              <a:rPr lang="fr-FR"/>
              <a:t>Modifier les styles du texte du masque</a:t>
            </a:r>
          </a:p>
          <a:p>
            <a:pPr lvl="1" algn="ctr" defTabSz="914400"/>
            <a:r>
              <a:rPr lang="fr-FR"/>
              <a:t>Deuxième niveau</a:t>
            </a:r>
          </a:p>
          <a:p>
            <a:pPr lvl="2" algn="ctr" defTabSz="914400"/>
            <a:r>
              <a:rPr lang="fr-FR"/>
              <a:t>Troisième niveau</a:t>
            </a:r>
          </a:p>
          <a:p>
            <a:pPr lvl="3" algn="ctr" defTabSz="914400"/>
            <a:r>
              <a:rPr lang="fr-FR"/>
              <a:t>Quatrième niveau</a:t>
            </a:r>
          </a:p>
          <a:p>
            <a:pPr lvl="4" algn="ctr" defTabSz="914400"/>
            <a:r>
              <a:rPr lang="fr-FR"/>
              <a:t>Cinquième niveau</a:t>
            </a:r>
          </a:p>
        </p:txBody>
      </p:sp>
      <p:sp>
        <p:nvSpPr>
          <p:cNvPr id="29" name="Content Placeholder 6 format margin gutterc">
            <a:extLst>
              <a:ext uri="{FF2B5EF4-FFF2-40B4-BE49-F238E27FC236}">
                <a16:creationId xmlns:a16="http://schemas.microsoft.com/office/drawing/2014/main" id="{A6B3AEBD-4CF0-7749-AFB7-09AE9433D1C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80772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900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900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900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900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900" b="0" i="0" dirty="0">
                <a:solidFill>
                  <a:schemeClr val="lt1"/>
                </a:solidFill>
              </a:defRPr>
            </a:lvl5pPr>
          </a:lstStyle>
          <a:p>
            <a:pPr lvl="0" algn="ctr" defTabSz="914400"/>
            <a:r>
              <a:rPr lang="fr-FR"/>
              <a:t>Modifier les styles du texte du masque</a:t>
            </a:r>
          </a:p>
          <a:p>
            <a:pPr lvl="1" algn="ctr" defTabSz="914400"/>
            <a:r>
              <a:rPr lang="fr-FR"/>
              <a:t>Deuxième niveau</a:t>
            </a:r>
          </a:p>
          <a:p>
            <a:pPr lvl="2" algn="ctr" defTabSz="914400"/>
            <a:r>
              <a:rPr lang="fr-FR"/>
              <a:t>Troisième niveau</a:t>
            </a:r>
          </a:p>
          <a:p>
            <a:pPr lvl="3" algn="ctr" defTabSz="914400"/>
            <a:r>
              <a:rPr lang="fr-FR"/>
              <a:t>Quatrième niveau</a:t>
            </a:r>
          </a:p>
          <a:p>
            <a:pPr lvl="4" algn="ctr" defTabSz="914400"/>
            <a:r>
              <a:rPr lang="fr-FR"/>
              <a:t>Cinquième niveau</a:t>
            </a:r>
          </a:p>
        </p:txBody>
      </p:sp>
      <p:sp>
        <p:nvSpPr>
          <p:cNvPr id="30" name="Content Placeholder 6 format margin gutterc">
            <a:extLst>
              <a:ext uri="{FF2B5EF4-FFF2-40B4-BE49-F238E27FC236}">
                <a16:creationId xmlns:a16="http://schemas.microsoft.com/office/drawing/2014/main" id="{39707EEB-B7E2-C742-A1CB-5D23DD677D2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9906000" y="3776662"/>
            <a:ext cx="1524000" cy="12382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900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900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900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900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900" b="0" i="0" dirty="0">
                <a:solidFill>
                  <a:schemeClr val="lt1"/>
                </a:solidFill>
              </a:defRPr>
            </a:lvl5pPr>
          </a:lstStyle>
          <a:p>
            <a:pPr lvl="0" algn="ctr" defTabSz="914400"/>
            <a:r>
              <a:rPr lang="fr-FR"/>
              <a:t>Modifier les styles du texte du masque</a:t>
            </a:r>
          </a:p>
          <a:p>
            <a:pPr lvl="1" algn="ctr" defTabSz="914400"/>
            <a:r>
              <a:rPr lang="fr-FR"/>
              <a:t>Deuxième niveau</a:t>
            </a:r>
          </a:p>
          <a:p>
            <a:pPr lvl="2" algn="ctr" defTabSz="914400"/>
            <a:r>
              <a:rPr lang="fr-FR"/>
              <a:t>Troisième niveau</a:t>
            </a:r>
          </a:p>
          <a:p>
            <a:pPr lvl="3" algn="ctr" defTabSz="914400"/>
            <a:r>
              <a:rPr lang="fr-FR"/>
              <a:t>Quatrième niveau</a:t>
            </a:r>
          </a:p>
          <a:p>
            <a:pPr lvl="4" algn="ctr" defTabSz="91440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6125300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 format margin gutterc">
            <a:extLst>
              <a:ext uri="{FF2B5EF4-FFF2-40B4-BE49-F238E27FC236}">
                <a16:creationId xmlns:a16="http://schemas.microsoft.com/office/drawing/2014/main" id="{CD6BDCBD-866E-6B4F-8A04-3689BE108620}"/>
              </a:ext>
            </a:extLst>
          </p:cNvPr>
          <p:cNvSpPr txBox="1"/>
          <p:nvPr userDrawn="1"/>
        </p:nvSpPr>
        <p:spPr>
          <a:xfrm>
            <a:off x="4876793" y="18253"/>
            <a:ext cx="6553200" cy="309563"/>
          </a:xfrm>
          <a:prstGeom prst="rect">
            <a:avLst/>
          </a:prstGeom>
          <a:noFill/>
        </p:spPr>
        <p:txBody>
          <a:bodyPr wrap="square" lIns="76200" tIns="76200" rIns="76200" bIns="76200" rtlCol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lang="fr-FR" sz="1000" b="1" i="0">
                <a:solidFill>
                  <a:schemeClr val="tx2"/>
                </a:solidFill>
                <a:latin typeface="Arial Nova Condensed" panose="020B0506020202020204" pitchFamily="34" charset="0"/>
              </a:rPr>
              <a:t>Expériences significatives</a:t>
            </a:r>
          </a:p>
        </p:txBody>
      </p:sp>
      <p:sp>
        <p:nvSpPr>
          <p:cNvPr id="21" name="Rectangle 14 format margin gutterc">
            <a:extLst>
              <a:ext uri="{FF2B5EF4-FFF2-40B4-BE49-F238E27FC236}">
                <a16:creationId xmlns:a16="http://schemas.microsoft.com/office/drawing/2014/main" id="{216A2830-1885-8A46-A1B8-F526FF93374F}"/>
              </a:ext>
            </a:extLst>
          </p:cNvPr>
          <p:cNvSpPr/>
          <p:nvPr userDrawn="1"/>
        </p:nvSpPr>
        <p:spPr>
          <a:xfrm>
            <a:off x="4876794" y="5705474"/>
            <a:ext cx="7088548" cy="1079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70000"/>
              </a:lnSpc>
            </a:pPr>
            <a:endParaRPr lang="fr-FR" sz="1200">
              <a:solidFill>
                <a:srgbClr val="FFFFFF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1" name="Rectangle 3 format margin">
            <a:extLst>
              <a:ext uri="{FF2B5EF4-FFF2-40B4-BE49-F238E27FC236}">
                <a16:creationId xmlns:a16="http://schemas.microsoft.com/office/drawing/2014/main" id="{19DCBC0E-D634-F54F-97B8-A92F916EE8ED}"/>
              </a:ext>
            </a:extLst>
          </p:cNvPr>
          <p:cNvSpPr/>
          <p:nvPr userDrawn="1"/>
        </p:nvSpPr>
        <p:spPr>
          <a:xfrm>
            <a:off x="609601" y="0"/>
            <a:ext cx="4114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800"/>
          </a:p>
        </p:txBody>
      </p:sp>
      <p:pic>
        <p:nvPicPr>
          <p:cNvPr id="33" name="cover-ornament format margin gutterc">
            <a:extLst>
              <a:ext uri="{FF2B5EF4-FFF2-40B4-BE49-F238E27FC236}">
                <a16:creationId xmlns:a16="http://schemas.microsoft.com/office/drawing/2014/main" id="{B71834C8-3C80-7A4B-B135-E12F8C1C5E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495301"/>
            <a:ext cx="3333750" cy="3033713"/>
          </a:xfrm>
          <a:prstGeom prst="rect">
            <a:avLst/>
          </a:prstGeom>
        </p:spPr>
      </p:pic>
      <p:sp>
        <p:nvSpPr>
          <p:cNvPr id="16" name="Freeform 15 format margin gutterc">
            <a:extLst>
              <a:ext uri="{FF2B5EF4-FFF2-40B4-BE49-F238E27FC236}">
                <a16:creationId xmlns:a16="http://schemas.microsoft.com/office/drawing/2014/main" id="{54699E06-C768-2044-A4D6-BAC3EB713CE7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563077" y="1130300"/>
            <a:ext cx="2157046" cy="1752600"/>
          </a:xfrm>
          <a:custGeom>
            <a:avLst/>
            <a:gdLst>
              <a:gd name="connsiteX0" fmla="*/ 804863 w 1609725"/>
              <a:gd name="connsiteY0" fmla="*/ 0 h 1609725"/>
              <a:gd name="connsiteX1" fmla="*/ 1605571 w 1609725"/>
              <a:gd name="connsiteY1" fmla="*/ 722570 h 1609725"/>
              <a:gd name="connsiteX2" fmla="*/ 1609725 w 1609725"/>
              <a:gd name="connsiteY2" fmla="*/ 804844 h 1609725"/>
              <a:gd name="connsiteX3" fmla="*/ 1609725 w 1609725"/>
              <a:gd name="connsiteY3" fmla="*/ 804883 h 1609725"/>
              <a:gd name="connsiteX4" fmla="*/ 1605571 w 1609725"/>
              <a:gd name="connsiteY4" fmla="*/ 887156 h 1609725"/>
              <a:gd name="connsiteX5" fmla="*/ 887156 w 1609725"/>
              <a:gd name="connsiteY5" fmla="*/ 1605571 h 1609725"/>
              <a:gd name="connsiteX6" fmla="*/ 804883 w 1609725"/>
              <a:gd name="connsiteY6" fmla="*/ 1609725 h 1609725"/>
              <a:gd name="connsiteX7" fmla="*/ 804843 w 1609725"/>
              <a:gd name="connsiteY7" fmla="*/ 1609725 h 1609725"/>
              <a:gd name="connsiteX8" fmla="*/ 722570 w 1609725"/>
              <a:gd name="connsiteY8" fmla="*/ 1605571 h 1609725"/>
              <a:gd name="connsiteX9" fmla="*/ 0 w 1609725"/>
              <a:gd name="connsiteY9" fmla="*/ 804863 h 1609725"/>
              <a:gd name="connsiteX10" fmla="*/ 804863 w 1609725"/>
              <a:gd name="connsiteY10" fmla="*/ 0 h 1609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09725" h="1609725">
                <a:moveTo>
                  <a:pt x="804863" y="0"/>
                </a:moveTo>
                <a:cubicBezTo>
                  <a:pt x="1221595" y="0"/>
                  <a:pt x="1564354" y="316713"/>
                  <a:pt x="1605571" y="722570"/>
                </a:cubicBezTo>
                <a:lnTo>
                  <a:pt x="1609725" y="804844"/>
                </a:lnTo>
                <a:lnTo>
                  <a:pt x="1609725" y="804883"/>
                </a:lnTo>
                <a:lnTo>
                  <a:pt x="1605571" y="887156"/>
                </a:lnTo>
                <a:cubicBezTo>
                  <a:pt x="1567102" y="1265956"/>
                  <a:pt x="1265956" y="1567102"/>
                  <a:pt x="887156" y="1605571"/>
                </a:cubicBezTo>
                <a:lnTo>
                  <a:pt x="804883" y="1609725"/>
                </a:lnTo>
                <a:lnTo>
                  <a:pt x="804843" y="1609725"/>
                </a:lnTo>
                <a:lnTo>
                  <a:pt x="722570" y="1605571"/>
                </a:lnTo>
                <a:cubicBezTo>
                  <a:pt x="316713" y="1564354"/>
                  <a:pt x="0" y="1221595"/>
                  <a:pt x="0" y="804863"/>
                </a:cubicBezTo>
                <a:cubicBezTo>
                  <a:pt x="0" y="360349"/>
                  <a:pt x="360349" y="0"/>
                  <a:pt x="804863" y="0"/>
                </a:cubicBez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77599" y="6604000"/>
            <a:ext cx="609600" cy="185738"/>
          </a:xfrm>
        </p:spPr>
        <p:txBody>
          <a:bodyPr/>
          <a:lstStyle/>
          <a:p>
            <a:fld id="{3650C051-3314-D242-AAEB-C050DF6D9FA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9" name="Content Placeholder 6 format margin gutterc">
            <a:extLst>
              <a:ext uri="{FF2B5EF4-FFF2-40B4-BE49-F238E27FC236}">
                <a16:creationId xmlns:a16="http://schemas.microsoft.com/office/drawing/2014/main" id="{BA92B959-A7D4-5F47-B4BA-331D99482BC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62001" y="4183064"/>
            <a:ext cx="3810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200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marL="4763" indent="0" algn="ctr">
              <a:lnSpc>
                <a:spcPct val="100000"/>
              </a:lnSpc>
              <a:buNone/>
              <a:defRPr lang="en-US" sz="1800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1800" dirty="0">
                <a:solidFill>
                  <a:schemeClr val="lt1"/>
                </a:solidFill>
              </a:defRPr>
            </a:lvl5pPr>
          </a:lstStyle>
          <a:p>
            <a:pPr lvl="0" algn="ctr" defTabSz="914400"/>
            <a:r>
              <a:rPr lang="fr-FR"/>
              <a:t>Modifier les styles du texte du masque</a:t>
            </a:r>
          </a:p>
        </p:txBody>
      </p:sp>
      <p:sp>
        <p:nvSpPr>
          <p:cNvPr id="25" name="Content Placeholder 6 format margin gutterc">
            <a:extLst>
              <a:ext uri="{FF2B5EF4-FFF2-40B4-BE49-F238E27FC236}">
                <a16:creationId xmlns:a16="http://schemas.microsoft.com/office/drawing/2014/main" id="{A62D0468-D860-A548-A221-FCA1783B5AC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79940" y="4794251"/>
            <a:ext cx="3970215" cy="1795462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900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900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900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900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900" b="0" i="0" dirty="0">
                <a:solidFill>
                  <a:schemeClr val="lt1"/>
                </a:solidFill>
              </a:defRPr>
            </a:lvl5pPr>
          </a:lstStyle>
          <a:p>
            <a:pPr lvl="0" algn="ctr" defTabSz="914400"/>
            <a:r>
              <a:rPr lang="fr-FR"/>
              <a:t>Modifier les styles du texte du masque</a:t>
            </a:r>
          </a:p>
          <a:p>
            <a:pPr lvl="1" algn="ctr" defTabSz="914400"/>
            <a:r>
              <a:rPr lang="fr-FR"/>
              <a:t>Deuxième niveau</a:t>
            </a:r>
          </a:p>
          <a:p>
            <a:pPr lvl="2" algn="ctr" defTabSz="914400"/>
            <a:r>
              <a:rPr lang="fr-FR"/>
              <a:t>Troisième niveau</a:t>
            </a:r>
          </a:p>
          <a:p>
            <a:pPr lvl="3" algn="ctr" defTabSz="914400"/>
            <a:r>
              <a:rPr lang="fr-FR"/>
              <a:t>Quatrième niveau</a:t>
            </a:r>
          </a:p>
          <a:p>
            <a:pPr lvl="4" algn="ctr" defTabSz="914400"/>
            <a:r>
              <a:rPr lang="fr-FR"/>
              <a:t>Cinquième niveau</a:t>
            </a:r>
          </a:p>
        </p:txBody>
      </p:sp>
      <p:sp>
        <p:nvSpPr>
          <p:cNvPr id="2" name="Titre 1 format margin gutterc"/>
          <p:cNvSpPr>
            <a:spLocks noGrp="1"/>
          </p:cNvSpPr>
          <p:nvPr>
            <p:ph type="title" hasCustomPrompt="1"/>
          </p:nvPr>
        </p:nvSpPr>
        <p:spPr>
          <a:xfrm>
            <a:off x="762001" y="3529014"/>
            <a:ext cx="3810000" cy="619125"/>
          </a:xfrm>
        </p:spPr>
        <p:txBody>
          <a:bodyPr lIns="0" tIns="0" rIns="0" bIns="0" anchor="ctr">
            <a:normAutofit/>
          </a:bodyPr>
          <a:lstStyle>
            <a:lvl1pPr algn="ctr">
              <a:defRPr sz="1800" b="1" i="0">
                <a:solidFill>
                  <a:schemeClr val="bg1"/>
                </a:solidFill>
                <a:uFillTx/>
                <a:latin typeface="Arial Nova Condensed" panose="020B0506020202020204" pitchFamily="34" charset="0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32" name="Text Placeholder 7 format margin gutterc">
            <a:extLst>
              <a:ext uri="{FF2B5EF4-FFF2-40B4-BE49-F238E27FC236}">
                <a16:creationId xmlns:a16="http://schemas.microsoft.com/office/drawing/2014/main" id="{6C0EB681-2BED-464C-8537-0F482E2987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76800" y="340516"/>
            <a:ext cx="7088554" cy="4796634"/>
          </a:xfrm>
        </p:spPr>
        <p:txBody>
          <a:bodyPr lIns="76200" tIns="76200" rIns="76200" bIns="76200" anchor="t"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900" b="1" i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900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900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900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900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grpSp>
        <p:nvGrpSpPr>
          <p:cNvPr id="4" name="Group 3 format margin gutterc">
            <a:extLst>
              <a:ext uri="{FF2B5EF4-FFF2-40B4-BE49-F238E27FC236}">
                <a16:creationId xmlns:a16="http://schemas.microsoft.com/office/drawing/2014/main" id="{263264AB-1798-734E-B2B0-B1C839EC105D}"/>
              </a:ext>
            </a:extLst>
          </p:cNvPr>
          <p:cNvGrpSpPr/>
          <p:nvPr userDrawn="1"/>
        </p:nvGrpSpPr>
        <p:grpSpPr>
          <a:xfrm>
            <a:off x="4876794" y="5395913"/>
            <a:ext cx="7088554" cy="309564"/>
            <a:chOff x="3962400" y="309563"/>
            <a:chExt cx="1609725" cy="309564"/>
          </a:xfrm>
        </p:grpSpPr>
        <p:sp>
          <p:nvSpPr>
            <p:cNvPr id="22" name="Rectangle 1 format margin gutterc">
              <a:extLst>
                <a:ext uri="{FF2B5EF4-FFF2-40B4-BE49-F238E27FC236}">
                  <a16:creationId xmlns:a16="http://schemas.microsoft.com/office/drawing/2014/main" id="{61F61A3B-5E69-6442-8896-FB160394E819}"/>
                </a:ext>
              </a:extLst>
            </p:cNvPr>
            <p:cNvSpPr/>
            <p:nvPr userDrawn="1"/>
          </p:nvSpPr>
          <p:spPr>
            <a:xfrm>
              <a:off x="3962400" y="309564"/>
              <a:ext cx="1609725" cy="30956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fr-FR" sz="1800" b="1">
                <a:latin typeface="Arial Nova Condensed" panose="020B0506020202020204" pitchFamily="34" charset="0"/>
              </a:endParaRPr>
            </a:p>
          </p:txBody>
        </p:sp>
        <p:sp>
          <p:nvSpPr>
            <p:cNvPr id="3" name="TextBox 2 format margin gutterc">
              <a:extLst>
                <a:ext uri="{FF2B5EF4-FFF2-40B4-BE49-F238E27FC236}">
                  <a16:creationId xmlns:a16="http://schemas.microsoft.com/office/drawing/2014/main" id="{00C9EC7A-4A5F-4C4C-A5EE-BD7ED5C7F3F8}"/>
                </a:ext>
              </a:extLst>
            </p:cNvPr>
            <p:cNvSpPr txBox="1"/>
            <p:nvPr userDrawn="1"/>
          </p:nvSpPr>
          <p:spPr>
            <a:xfrm>
              <a:off x="3962400" y="309563"/>
              <a:ext cx="1609725" cy="30956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fr-FR" sz="1000" b="1" i="0">
                  <a:solidFill>
                    <a:schemeClr val="bg2"/>
                  </a:solidFill>
                  <a:latin typeface="Arial Nova Condensed" panose="020B0506020202020204" pitchFamily="34" charset="0"/>
                </a:rPr>
                <a:t>Compétences </a:t>
              </a:r>
            </a:p>
          </p:txBody>
        </p:sp>
      </p:grpSp>
      <p:sp>
        <p:nvSpPr>
          <p:cNvPr id="12" name="Text Placeholder 7 format margin gutterc">
            <a:extLst>
              <a:ext uri="{FF2B5EF4-FFF2-40B4-BE49-F238E27FC236}">
                <a16:creationId xmlns:a16="http://schemas.microsoft.com/office/drawing/2014/main" id="{A0E2CA01-8DA0-B840-8956-178889D6493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76800" y="5705476"/>
            <a:ext cx="7088548" cy="1079499"/>
          </a:xfrm>
        </p:spPr>
        <p:txBody>
          <a:bodyPr lIns="76200" tIns="76200" rIns="76200" bIns="76200" numCol="2" spcCol="360000" anchor="t"/>
          <a:lstStyle>
            <a:lvl1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1pPr>
            <a:lvl2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2pPr>
            <a:lvl3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3pPr>
            <a:lvl4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4pPr>
            <a:lvl5pPr>
              <a:spcBef>
                <a:spcPts val="0"/>
              </a:spcBef>
              <a:defRPr b="0" i="0">
                <a:solidFill>
                  <a:schemeClr val="tx2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64743215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ver-ornament format margin gutterc">
            <a:extLst>
              <a:ext uri="{FF2B5EF4-FFF2-40B4-BE49-F238E27FC236}">
                <a16:creationId xmlns:a16="http://schemas.microsoft.com/office/drawing/2014/main" id="{80F5F324-89D6-474D-8181-E7A80454C7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12145"/>
            <a:ext cx="3335529" cy="3033713"/>
          </a:xfrm>
          <a:prstGeom prst="rect">
            <a:avLst/>
          </a:prstGeom>
        </p:spPr>
      </p:pic>
      <p:sp>
        <p:nvSpPr>
          <p:cNvPr id="14" name="Rectangle 3 format margin gutterc">
            <a:extLst>
              <a:ext uri="{FF2B5EF4-FFF2-40B4-BE49-F238E27FC236}">
                <a16:creationId xmlns:a16="http://schemas.microsoft.com/office/drawing/2014/main" id="{468487F4-25F4-5D45-9FE5-5B056167F99A}"/>
              </a:ext>
            </a:extLst>
          </p:cNvPr>
          <p:cNvSpPr/>
          <p:nvPr userDrawn="1"/>
        </p:nvSpPr>
        <p:spPr>
          <a:xfrm>
            <a:off x="3962402" y="0"/>
            <a:ext cx="2895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800"/>
          </a:p>
        </p:txBody>
      </p:sp>
      <p:sp>
        <p:nvSpPr>
          <p:cNvPr id="2" name="Title 1 format margin gutterc">
            <a:extLst>
              <a:ext uri="{FF2B5EF4-FFF2-40B4-BE49-F238E27FC236}">
                <a16:creationId xmlns:a16="http://schemas.microsoft.com/office/drawing/2014/main" id="{FE2EF98B-1ED3-C943-B7F1-8D78F0D28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476500"/>
            <a:ext cx="3352800" cy="866775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66E51A-88A9-F643-A1CC-A94E18174F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Picture Placeholder 2 format margin gutterc padding">
            <a:extLst>
              <a:ext uri="{FF2B5EF4-FFF2-40B4-BE49-F238E27FC236}">
                <a16:creationId xmlns:a16="http://schemas.microsoft.com/office/drawing/2014/main" id="{CAAE0AFF-8DDF-7849-9714-1BB0CCBEA8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91001" y="2438400"/>
            <a:ext cx="2438400" cy="1981200"/>
          </a:xfrm>
          <a:solidFill>
            <a:srgbClr val="FFFED6"/>
          </a:solidFill>
        </p:spPr>
        <p:txBody>
          <a:bodyPr anchor="ctr">
            <a:normAutofit/>
          </a:bodyPr>
          <a:lstStyle>
            <a:lvl1pPr algn="ctr">
              <a:defRPr sz="1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2" name="Text Placeholder 7 format margin gutterc">
            <a:extLst>
              <a:ext uri="{FF2B5EF4-FFF2-40B4-BE49-F238E27FC236}">
                <a16:creationId xmlns:a16="http://schemas.microsoft.com/office/drawing/2014/main" id="{41F2EBD5-FEEC-D040-A88D-FFD9A51FF5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91001" y="495300"/>
            <a:ext cx="2438400" cy="1733550"/>
          </a:xfrm>
        </p:spPr>
        <p:txBody>
          <a:bodyPr lIns="0" tIns="0" rIns="0" bIns="0" anchor="b"/>
          <a:lstStyle>
            <a:lvl1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2pPr>
            <a:lvl3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3pPr>
            <a:lvl4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4pPr>
            <a:lvl5pPr>
              <a:defRPr b="1" i="0">
                <a:solidFill>
                  <a:schemeClr val="bg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Text Placeholder 7 format margin gutterc">
            <a:extLst>
              <a:ext uri="{FF2B5EF4-FFF2-40B4-BE49-F238E27FC236}">
                <a16:creationId xmlns:a16="http://schemas.microsoft.com/office/drawing/2014/main" id="{334240BB-851A-DC43-8EE0-6C18AEBE62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1001" y="4643438"/>
            <a:ext cx="2438400" cy="1733550"/>
          </a:xfrm>
        </p:spPr>
        <p:txBody>
          <a:bodyPr lIns="0" tIns="0" rIns="0" bIns="0" anchor="t"/>
          <a:lstStyle>
            <a:lvl1pPr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2pPr>
            <a:lvl3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3pPr>
            <a:lvl4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4pPr>
            <a:lvl5pPr>
              <a:lnSpc>
                <a:spcPct val="120000"/>
              </a:lnSpc>
              <a:defRPr b="0" i="0">
                <a:solidFill>
                  <a:schemeClr val="bg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2656549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contenu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80E8C-3201-794D-AABE-3973BADAC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245739-7485-2E4C-9477-B542E1694D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Rounded Rectangle 4 format margin gutterc">
            <a:extLst>
              <a:ext uri="{FF2B5EF4-FFF2-40B4-BE49-F238E27FC236}">
                <a16:creationId xmlns:a16="http://schemas.microsoft.com/office/drawing/2014/main" id="{07A1255D-2586-B74C-9BC9-73BFCF8162E3}"/>
              </a:ext>
            </a:extLst>
          </p:cNvPr>
          <p:cNvSpPr/>
          <p:nvPr userDrawn="1"/>
        </p:nvSpPr>
        <p:spPr>
          <a:xfrm>
            <a:off x="8077200" y="4709653"/>
            <a:ext cx="3809999" cy="1543511"/>
          </a:xfrm>
          <a:prstGeom prst="roundRect">
            <a:avLst>
              <a:gd name="adj" fmla="val 112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800"/>
          </a:p>
        </p:txBody>
      </p:sp>
      <p:sp>
        <p:nvSpPr>
          <p:cNvPr id="6" name="Freeform 67 format margin gutterc">
            <a:extLst>
              <a:ext uri="{FF2B5EF4-FFF2-40B4-BE49-F238E27FC236}">
                <a16:creationId xmlns:a16="http://schemas.microsoft.com/office/drawing/2014/main" id="{B7B8611F-65E6-484A-80E3-524DB5E069B4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8077200" y="4427538"/>
            <a:ext cx="3809999" cy="457200"/>
          </a:xfrm>
          <a:custGeom>
            <a:avLst/>
            <a:gdLst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2724147 w 2730492"/>
              <a:gd name="connsiteY6" fmla="*/ 183354 h 450054"/>
              <a:gd name="connsiteX7" fmla="*/ 2628304 w 2730492"/>
              <a:gd name="connsiteY7" fmla="*/ 183354 h 450054"/>
              <a:gd name="connsiteX8" fmla="*/ 6342 w 2730492"/>
              <a:gd name="connsiteY8" fmla="*/ 0 h 450054"/>
              <a:gd name="connsiteX9" fmla="*/ 6342 w 2730492"/>
              <a:gd name="connsiteY9" fmla="*/ 183354 h 450054"/>
              <a:gd name="connsiteX10" fmla="*/ 0 w 2730492"/>
              <a:gd name="connsiteY10" fmla="*/ 183354 h 450054"/>
              <a:gd name="connsiteX11" fmla="*/ 0 w 2730492"/>
              <a:gd name="connsiteY11" fmla="*/ 403394 h 450054"/>
              <a:gd name="connsiteX12" fmla="*/ 46660 w 2730492"/>
              <a:gd name="connsiteY12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2724147 w 2730492"/>
              <a:gd name="connsiteY6" fmla="*/ 183354 h 450054"/>
              <a:gd name="connsiteX7" fmla="*/ 6342 w 2730492"/>
              <a:gd name="connsiteY7" fmla="*/ 0 h 450054"/>
              <a:gd name="connsiteX8" fmla="*/ 6342 w 2730492"/>
              <a:gd name="connsiteY8" fmla="*/ 183354 h 450054"/>
              <a:gd name="connsiteX9" fmla="*/ 0 w 2730492"/>
              <a:gd name="connsiteY9" fmla="*/ 183354 h 450054"/>
              <a:gd name="connsiteX10" fmla="*/ 0 w 2730492"/>
              <a:gd name="connsiteY10" fmla="*/ 403394 h 450054"/>
              <a:gd name="connsiteX11" fmla="*/ 46660 w 2730492"/>
              <a:gd name="connsiteY11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6342 w 2730492"/>
              <a:gd name="connsiteY6" fmla="*/ 0 h 450054"/>
              <a:gd name="connsiteX7" fmla="*/ 6342 w 2730492"/>
              <a:gd name="connsiteY7" fmla="*/ 183354 h 450054"/>
              <a:gd name="connsiteX8" fmla="*/ 0 w 2730492"/>
              <a:gd name="connsiteY8" fmla="*/ 183354 h 450054"/>
              <a:gd name="connsiteX9" fmla="*/ 0 w 2730492"/>
              <a:gd name="connsiteY9" fmla="*/ 403394 h 450054"/>
              <a:gd name="connsiteX10" fmla="*/ 46660 w 2730492"/>
              <a:gd name="connsiteY10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6342 w 2730492"/>
              <a:gd name="connsiteY5" fmla="*/ 0 h 450054"/>
              <a:gd name="connsiteX6" fmla="*/ 6342 w 2730492"/>
              <a:gd name="connsiteY6" fmla="*/ 183354 h 450054"/>
              <a:gd name="connsiteX7" fmla="*/ 0 w 2730492"/>
              <a:gd name="connsiteY7" fmla="*/ 183354 h 450054"/>
              <a:gd name="connsiteX8" fmla="*/ 0 w 2730492"/>
              <a:gd name="connsiteY8" fmla="*/ 403394 h 450054"/>
              <a:gd name="connsiteX9" fmla="*/ 46660 w 2730492"/>
              <a:gd name="connsiteY9" fmla="*/ 450054 h 450054"/>
              <a:gd name="connsiteX0" fmla="*/ 46660 w 2724147"/>
              <a:gd name="connsiteY0" fmla="*/ 450054 h 450054"/>
              <a:gd name="connsiteX1" fmla="*/ 2677487 w 2724147"/>
              <a:gd name="connsiteY1" fmla="*/ 450054 h 450054"/>
              <a:gd name="connsiteX2" fmla="*/ 2724147 w 2724147"/>
              <a:gd name="connsiteY2" fmla="*/ 403394 h 450054"/>
              <a:gd name="connsiteX3" fmla="*/ 2724147 w 2724147"/>
              <a:gd name="connsiteY3" fmla="*/ 190500 h 450054"/>
              <a:gd name="connsiteX4" fmla="*/ 6342 w 2724147"/>
              <a:gd name="connsiteY4" fmla="*/ 0 h 450054"/>
              <a:gd name="connsiteX5" fmla="*/ 6342 w 2724147"/>
              <a:gd name="connsiteY5" fmla="*/ 183354 h 450054"/>
              <a:gd name="connsiteX6" fmla="*/ 0 w 2724147"/>
              <a:gd name="connsiteY6" fmla="*/ 183354 h 450054"/>
              <a:gd name="connsiteX7" fmla="*/ 0 w 2724147"/>
              <a:gd name="connsiteY7" fmla="*/ 403394 h 450054"/>
              <a:gd name="connsiteX8" fmla="*/ 46660 w 2724147"/>
              <a:gd name="connsiteY8" fmla="*/ 450054 h 450054"/>
              <a:gd name="connsiteX0" fmla="*/ 46660 w 2727322"/>
              <a:gd name="connsiteY0" fmla="*/ 450054 h 450054"/>
              <a:gd name="connsiteX1" fmla="*/ 2677487 w 2727322"/>
              <a:gd name="connsiteY1" fmla="*/ 450054 h 450054"/>
              <a:gd name="connsiteX2" fmla="*/ 2724147 w 2727322"/>
              <a:gd name="connsiteY2" fmla="*/ 403394 h 450054"/>
              <a:gd name="connsiteX3" fmla="*/ 2727322 w 2727322"/>
              <a:gd name="connsiteY3" fmla="*/ 180975 h 450054"/>
              <a:gd name="connsiteX4" fmla="*/ 6342 w 2727322"/>
              <a:gd name="connsiteY4" fmla="*/ 0 h 450054"/>
              <a:gd name="connsiteX5" fmla="*/ 6342 w 2727322"/>
              <a:gd name="connsiteY5" fmla="*/ 183354 h 450054"/>
              <a:gd name="connsiteX6" fmla="*/ 0 w 2727322"/>
              <a:gd name="connsiteY6" fmla="*/ 183354 h 450054"/>
              <a:gd name="connsiteX7" fmla="*/ 0 w 2727322"/>
              <a:gd name="connsiteY7" fmla="*/ 403394 h 450054"/>
              <a:gd name="connsiteX8" fmla="*/ 46660 w 2727322"/>
              <a:gd name="connsiteY8" fmla="*/ 450054 h 450054"/>
              <a:gd name="connsiteX0" fmla="*/ 46660 w 2724287"/>
              <a:gd name="connsiteY0" fmla="*/ 450054 h 450054"/>
              <a:gd name="connsiteX1" fmla="*/ 2677487 w 2724287"/>
              <a:gd name="connsiteY1" fmla="*/ 450054 h 450054"/>
              <a:gd name="connsiteX2" fmla="*/ 2724147 w 2724287"/>
              <a:gd name="connsiteY2" fmla="*/ 403394 h 450054"/>
              <a:gd name="connsiteX3" fmla="*/ 2720972 w 2724287"/>
              <a:gd name="connsiteY3" fmla="*/ 171450 h 450054"/>
              <a:gd name="connsiteX4" fmla="*/ 6342 w 2724287"/>
              <a:gd name="connsiteY4" fmla="*/ 0 h 450054"/>
              <a:gd name="connsiteX5" fmla="*/ 6342 w 2724287"/>
              <a:gd name="connsiteY5" fmla="*/ 183354 h 450054"/>
              <a:gd name="connsiteX6" fmla="*/ 0 w 2724287"/>
              <a:gd name="connsiteY6" fmla="*/ 183354 h 450054"/>
              <a:gd name="connsiteX7" fmla="*/ 0 w 2724287"/>
              <a:gd name="connsiteY7" fmla="*/ 403394 h 450054"/>
              <a:gd name="connsiteX8" fmla="*/ 46660 w 2724287"/>
              <a:gd name="connsiteY8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6342 w 2724452"/>
              <a:gd name="connsiteY5" fmla="*/ 183354 h 450054"/>
              <a:gd name="connsiteX6" fmla="*/ 0 w 2724452"/>
              <a:gd name="connsiteY6" fmla="*/ 183354 h 450054"/>
              <a:gd name="connsiteX7" fmla="*/ 0 w 2724452"/>
              <a:gd name="connsiteY7" fmla="*/ 403394 h 450054"/>
              <a:gd name="connsiteX8" fmla="*/ 46660 w 2724452"/>
              <a:gd name="connsiteY8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6342 w 2724452"/>
              <a:gd name="connsiteY5" fmla="*/ 183354 h 450054"/>
              <a:gd name="connsiteX6" fmla="*/ 0 w 2724452"/>
              <a:gd name="connsiteY6" fmla="*/ 403394 h 450054"/>
              <a:gd name="connsiteX7" fmla="*/ 46660 w 2724452"/>
              <a:gd name="connsiteY7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0 w 2724452"/>
              <a:gd name="connsiteY5" fmla="*/ 403394 h 450054"/>
              <a:gd name="connsiteX6" fmla="*/ 46660 w 2724452"/>
              <a:gd name="connsiteY6" fmla="*/ 450054 h 450054"/>
              <a:gd name="connsiteX0" fmla="*/ 46660 w 2724452"/>
              <a:gd name="connsiteY0" fmla="*/ 453229 h 453229"/>
              <a:gd name="connsiteX1" fmla="*/ 2677487 w 2724452"/>
              <a:gd name="connsiteY1" fmla="*/ 453229 h 453229"/>
              <a:gd name="connsiteX2" fmla="*/ 2724147 w 2724452"/>
              <a:gd name="connsiteY2" fmla="*/ 406569 h 453229"/>
              <a:gd name="connsiteX3" fmla="*/ 2724147 w 2724452"/>
              <a:gd name="connsiteY3" fmla="*/ 168275 h 453229"/>
              <a:gd name="connsiteX4" fmla="*/ 3167 w 2724452"/>
              <a:gd name="connsiteY4" fmla="*/ 0 h 453229"/>
              <a:gd name="connsiteX5" fmla="*/ 0 w 2724452"/>
              <a:gd name="connsiteY5" fmla="*/ 406569 h 453229"/>
              <a:gd name="connsiteX6" fmla="*/ 46660 w 2724452"/>
              <a:gd name="connsiteY6" fmla="*/ 453229 h 453229"/>
              <a:gd name="connsiteX0" fmla="*/ 46971 w 2724763"/>
              <a:gd name="connsiteY0" fmla="*/ 456404 h 456404"/>
              <a:gd name="connsiteX1" fmla="*/ 2677798 w 2724763"/>
              <a:gd name="connsiteY1" fmla="*/ 456404 h 456404"/>
              <a:gd name="connsiteX2" fmla="*/ 2724458 w 2724763"/>
              <a:gd name="connsiteY2" fmla="*/ 409744 h 456404"/>
              <a:gd name="connsiteX3" fmla="*/ 2724458 w 2724763"/>
              <a:gd name="connsiteY3" fmla="*/ 171450 h 456404"/>
              <a:gd name="connsiteX4" fmla="*/ 303 w 2724763"/>
              <a:gd name="connsiteY4" fmla="*/ 0 h 456404"/>
              <a:gd name="connsiteX5" fmla="*/ 311 w 2724763"/>
              <a:gd name="connsiteY5" fmla="*/ 409744 h 456404"/>
              <a:gd name="connsiteX6" fmla="*/ 46971 w 2724763"/>
              <a:gd name="connsiteY6" fmla="*/ 456404 h 45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763" h="456404">
                <a:moveTo>
                  <a:pt x="46971" y="456404"/>
                </a:moveTo>
                <a:lnTo>
                  <a:pt x="2677798" y="456404"/>
                </a:lnTo>
                <a:cubicBezTo>
                  <a:pt x="2703568" y="456404"/>
                  <a:pt x="2724458" y="435514"/>
                  <a:pt x="2724458" y="409744"/>
                </a:cubicBezTo>
                <a:cubicBezTo>
                  <a:pt x="2725516" y="335604"/>
                  <a:pt x="2723400" y="245590"/>
                  <a:pt x="2724458" y="171450"/>
                </a:cubicBezTo>
                <a:lnTo>
                  <a:pt x="303" y="0"/>
                </a:lnTo>
                <a:cubicBezTo>
                  <a:pt x="-753" y="135523"/>
                  <a:pt x="1367" y="274221"/>
                  <a:pt x="311" y="409744"/>
                </a:cubicBezTo>
                <a:cubicBezTo>
                  <a:pt x="311" y="435514"/>
                  <a:pt x="21201" y="456404"/>
                  <a:pt x="46971" y="45640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800"/>
          </a:p>
        </p:txBody>
      </p:sp>
      <p:sp>
        <p:nvSpPr>
          <p:cNvPr id="8" name="Rounded Rectangle 4 format margin gutterc">
            <a:extLst>
              <a:ext uri="{FF2B5EF4-FFF2-40B4-BE49-F238E27FC236}">
                <a16:creationId xmlns:a16="http://schemas.microsoft.com/office/drawing/2014/main" id="{33EAE851-C2F5-0B46-887B-50D4617B054B}"/>
              </a:ext>
            </a:extLst>
          </p:cNvPr>
          <p:cNvSpPr/>
          <p:nvPr userDrawn="1"/>
        </p:nvSpPr>
        <p:spPr>
          <a:xfrm>
            <a:off x="8077200" y="1300163"/>
            <a:ext cx="3809999" cy="2935288"/>
          </a:xfrm>
          <a:prstGeom prst="roundRect">
            <a:avLst>
              <a:gd name="adj" fmla="val 112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800"/>
          </a:p>
        </p:txBody>
      </p:sp>
      <p:sp>
        <p:nvSpPr>
          <p:cNvPr id="9" name="Freeform 65 format margin gutterc">
            <a:extLst>
              <a:ext uri="{FF2B5EF4-FFF2-40B4-BE49-F238E27FC236}">
                <a16:creationId xmlns:a16="http://schemas.microsoft.com/office/drawing/2014/main" id="{7164F0EE-EC23-5A4E-9DF7-9AD85F7106F2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8077200" y="1300163"/>
            <a:ext cx="3809999" cy="457200"/>
          </a:xfrm>
          <a:custGeom>
            <a:avLst/>
            <a:gdLst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2724147 w 2730492"/>
              <a:gd name="connsiteY6" fmla="*/ 183354 h 450054"/>
              <a:gd name="connsiteX7" fmla="*/ 2628304 w 2730492"/>
              <a:gd name="connsiteY7" fmla="*/ 183354 h 450054"/>
              <a:gd name="connsiteX8" fmla="*/ 6342 w 2730492"/>
              <a:gd name="connsiteY8" fmla="*/ 0 h 450054"/>
              <a:gd name="connsiteX9" fmla="*/ 6342 w 2730492"/>
              <a:gd name="connsiteY9" fmla="*/ 183354 h 450054"/>
              <a:gd name="connsiteX10" fmla="*/ 0 w 2730492"/>
              <a:gd name="connsiteY10" fmla="*/ 183354 h 450054"/>
              <a:gd name="connsiteX11" fmla="*/ 0 w 2730492"/>
              <a:gd name="connsiteY11" fmla="*/ 403394 h 450054"/>
              <a:gd name="connsiteX12" fmla="*/ 46660 w 2730492"/>
              <a:gd name="connsiteY12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2724147 w 2730492"/>
              <a:gd name="connsiteY6" fmla="*/ 183354 h 450054"/>
              <a:gd name="connsiteX7" fmla="*/ 6342 w 2730492"/>
              <a:gd name="connsiteY7" fmla="*/ 0 h 450054"/>
              <a:gd name="connsiteX8" fmla="*/ 6342 w 2730492"/>
              <a:gd name="connsiteY8" fmla="*/ 183354 h 450054"/>
              <a:gd name="connsiteX9" fmla="*/ 0 w 2730492"/>
              <a:gd name="connsiteY9" fmla="*/ 183354 h 450054"/>
              <a:gd name="connsiteX10" fmla="*/ 0 w 2730492"/>
              <a:gd name="connsiteY10" fmla="*/ 403394 h 450054"/>
              <a:gd name="connsiteX11" fmla="*/ 46660 w 2730492"/>
              <a:gd name="connsiteY11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6342 w 2730492"/>
              <a:gd name="connsiteY6" fmla="*/ 0 h 450054"/>
              <a:gd name="connsiteX7" fmla="*/ 6342 w 2730492"/>
              <a:gd name="connsiteY7" fmla="*/ 183354 h 450054"/>
              <a:gd name="connsiteX8" fmla="*/ 0 w 2730492"/>
              <a:gd name="connsiteY8" fmla="*/ 183354 h 450054"/>
              <a:gd name="connsiteX9" fmla="*/ 0 w 2730492"/>
              <a:gd name="connsiteY9" fmla="*/ 403394 h 450054"/>
              <a:gd name="connsiteX10" fmla="*/ 46660 w 2730492"/>
              <a:gd name="connsiteY10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6342 w 2730492"/>
              <a:gd name="connsiteY5" fmla="*/ 0 h 450054"/>
              <a:gd name="connsiteX6" fmla="*/ 6342 w 2730492"/>
              <a:gd name="connsiteY6" fmla="*/ 183354 h 450054"/>
              <a:gd name="connsiteX7" fmla="*/ 0 w 2730492"/>
              <a:gd name="connsiteY7" fmla="*/ 183354 h 450054"/>
              <a:gd name="connsiteX8" fmla="*/ 0 w 2730492"/>
              <a:gd name="connsiteY8" fmla="*/ 403394 h 450054"/>
              <a:gd name="connsiteX9" fmla="*/ 46660 w 2730492"/>
              <a:gd name="connsiteY9" fmla="*/ 450054 h 450054"/>
              <a:gd name="connsiteX0" fmla="*/ 46660 w 2724147"/>
              <a:gd name="connsiteY0" fmla="*/ 450054 h 450054"/>
              <a:gd name="connsiteX1" fmla="*/ 2677487 w 2724147"/>
              <a:gd name="connsiteY1" fmla="*/ 450054 h 450054"/>
              <a:gd name="connsiteX2" fmla="*/ 2724147 w 2724147"/>
              <a:gd name="connsiteY2" fmla="*/ 403394 h 450054"/>
              <a:gd name="connsiteX3" fmla="*/ 2724147 w 2724147"/>
              <a:gd name="connsiteY3" fmla="*/ 190500 h 450054"/>
              <a:gd name="connsiteX4" fmla="*/ 6342 w 2724147"/>
              <a:gd name="connsiteY4" fmla="*/ 0 h 450054"/>
              <a:gd name="connsiteX5" fmla="*/ 6342 w 2724147"/>
              <a:gd name="connsiteY5" fmla="*/ 183354 h 450054"/>
              <a:gd name="connsiteX6" fmla="*/ 0 w 2724147"/>
              <a:gd name="connsiteY6" fmla="*/ 183354 h 450054"/>
              <a:gd name="connsiteX7" fmla="*/ 0 w 2724147"/>
              <a:gd name="connsiteY7" fmla="*/ 403394 h 450054"/>
              <a:gd name="connsiteX8" fmla="*/ 46660 w 2724147"/>
              <a:gd name="connsiteY8" fmla="*/ 450054 h 450054"/>
              <a:gd name="connsiteX0" fmla="*/ 46660 w 2727322"/>
              <a:gd name="connsiteY0" fmla="*/ 450054 h 450054"/>
              <a:gd name="connsiteX1" fmla="*/ 2677487 w 2727322"/>
              <a:gd name="connsiteY1" fmla="*/ 450054 h 450054"/>
              <a:gd name="connsiteX2" fmla="*/ 2724147 w 2727322"/>
              <a:gd name="connsiteY2" fmla="*/ 403394 h 450054"/>
              <a:gd name="connsiteX3" fmla="*/ 2727322 w 2727322"/>
              <a:gd name="connsiteY3" fmla="*/ 180975 h 450054"/>
              <a:gd name="connsiteX4" fmla="*/ 6342 w 2727322"/>
              <a:gd name="connsiteY4" fmla="*/ 0 h 450054"/>
              <a:gd name="connsiteX5" fmla="*/ 6342 w 2727322"/>
              <a:gd name="connsiteY5" fmla="*/ 183354 h 450054"/>
              <a:gd name="connsiteX6" fmla="*/ 0 w 2727322"/>
              <a:gd name="connsiteY6" fmla="*/ 183354 h 450054"/>
              <a:gd name="connsiteX7" fmla="*/ 0 w 2727322"/>
              <a:gd name="connsiteY7" fmla="*/ 403394 h 450054"/>
              <a:gd name="connsiteX8" fmla="*/ 46660 w 2727322"/>
              <a:gd name="connsiteY8" fmla="*/ 450054 h 450054"/>
              <a:gd name="connsiteX0" fmla="*/ 46660 w 2724287"/>
              <a:gd name="connsiteY0" fmla="*/ 450054 h 450054"/>
              <a:gd name="connsiteX1" fmla="*/ 2677487 w 2724287"/>
              <a:gd name="connsiteY1" fmla="*/ 450054 h 450054"/>
              <a:gd name="connsiteX2" fmla="*/ 2724147 w 2724287"/>
              <a:gd name="connsiteY2" fmla="*/ 403394 h 450054"/>
              <a:gd name="connsiteX3" fmla="*/ 2720972 w 2724287"/>
              <a:gd name="connsiteY3" fmla="*/ 171450 h 450054"/>
              <a:gd name="connsiteX4" fmla="*/ 6342 w 2724287"/>
              <a:gd name="connsiteY4" fmla="*/ 0 h 450054"/>
              <a:gd name="connsiteX5" fmla="*/ 6342 w 2724287"/>
              <a:gd name="connsiteY5" fmla="*/ 183354 h 450054"/>
              <a:gd name="connsiteX6" fmla="*/ 0 w 2724287"/>
              <a:gd name="connsiteY6" fmla="*/ 183354 h 450054"/>
              <a:gd name="connsiteX7" fmla="*/ 0 w 2724287"/>
              <a:gd name="connsiteY7" fmla="*/ 403394 h 450054"/>
              <a:gd name="connsiteX8" fmla="*/ 46660 w 2724287"/>
              <a:gd name="connsiteY8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6342 w 2724452"/>
              <a:gd name="connsiteY5" fmla="*/ 183354 h 450054"/>
              <a:gd name="connsiteX6" fmla="*/ 0 w 2724452"/>
              <a:gd name="connsiteY6" fmla="*/ 183354 h 450054"/>
              <a:gd name="connsiteX7" fmla="*/ 0 w 2724452"/>
              <a:gd name="connsiteY7" fmla="*/ 403394 h 450054"/>
              <a:gd name="connsiteX8" fmla="*/ 46660 w 2724452"/>
              <a:gd name="connsiteY8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6342 w 2724452"/>
              <a:gd name="connsiteY5" fmla="*/ 183354 h 450054"/>
              <a:gd name="connsiteX6" fmla="*/ 0 w 2724452"/>
              <a:gd name="connsiteY6" fmla="*/ 403394 h 450054"/>
              <a:gd name="connsiteX7" fmla="*/ 46660 w 2724452"/>
              <a:gd name="connsiteY7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0 w 2724452"/>
              <a:gd name="connsiteY5" fmla="*/ 403394 h 450054"/>
              <a:gd name="connsiteX6" fmla="*/ 46660 w 2724452"/>
              <a:gd name="connsiteY6" fmla="*/ 450054 h 450054"/>
              <a:gd name="connsiteX0" fmla="*/ 46660 w 2724452"/>
              <a:gd name="connsiteY0" fmla="*/ 453229 h 453229"/>
              <a:gd name="connsiteX1" fmla="*/ 2677487 w 2724452"/>
              <a:gd name="connsiteY1" fmla="*/ 453229 h 453229"/>
              <a:gd name="connsiteX2" fmla="*/ 2724147 w 2724452"/>
              <a:gd name="connsiteY2" fmla="*/ 406569 h 453229"/>
              <a:gd name="connsiteX3" fmla="*/ 2724147 w 2724452"/>
              <a:gd name="connsiteY3" fmla="*/ 168275 h 453229"/>
              <a:gd name="connsiteX4" fmla="*/ 3167 w 2724452"/>
              <a:gd name="connsiteY4" fmla="*/ 0 h 453229"/>
              <a:gd name="connsiteX5" fmla="*/ 0 w 2724452"/>
              <a:gd name="connsiteY5" fmla="*/ 406569 h 453229"/>
              <a:gd name="connsiteX6" fmla="*/ 46660 w 2724452"/>
              <a:gd name="connsiteY6" fmla="*/ 453229 h 453229"/>
              <a:gd name="connsiteX0" fmla="*/ 46971 w 2724763"/>
              <a:gd name="connsiteY0" fmla="*/ 456404 h 456404"/>
              <a:gd name="connsiteX1" fmla="*/ 2677798 w 2724763"/>
              <a:gd name="connsiteY1" fmla="*/ 456404 h 456404"/>
              <a:gd name="connsiteX2" fmla="*/ 2724458 w 2724763"/>
              <a:gd name="connsiteY2" fmla="*/ 409744 h 456404"/>
              <a:gd name="connsiteX3" fmla="*/ 2724458 w 2724763"/>
              <a:gd name="connsiteY3" fmla="*/ 171450 h 456404"/>
              <a:gd name="connsiteX4" fmla="*/ 303 w 2724763"/>
              <a:gd name="connsiteY4" fmla="*/ 0 h 456404"/>
              <a:gd name="connsiteX5" fmla="*/ 311 w 2724763"/>
              <a:gd name="connsiteY5" fmla="*/ 409744 h 456404"/>
              <a:gd name="connsiteX6" fmla="*/ 46971 w 2724763"/>
              <a:gd name="connsiteY6" fmla="*/ 456404 h 45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763" h="456404">
                <a:moveTo>
                  <a:pt x="46971" y="456404"/>
                </a:moveTo>
                <a:lnTo>
                  <a:pt x="2677798" y="456404"/>
                </a:lnTo>
                <a:cubicBezTo>
                  <a:pt x="2703568" y="456404"/>
                  <a:pt x="2724458" y="435514"/>
                  <a:pt x="2724458" y="409744"/>
                </a:cubicBezTo>
                <a:cubicBezTo>
                  <a:pt x="2725516" y="335604"/>
                  <a:pt x="2723400" y="245590"/>
                  <a:pt x="2724458" y="171450"/>
                </a:cubicBezTo>
                <a:lnTo>
                  <a:pt x="303" y="0"/>
                </a:lnTo>
                <a:cubicBezTo>
                  <a:pt x="-753" y="135523"/>
                  <a:pt x="1367" y="274221"/>
                  <a:pt x="311" y="409744"/>
                </a:cubicBezTo>
                <a:cubicBezTo>
                  <a:pt x="311" y="435514"/>
                  <a:pt x="21201" y="456404"/>
                  <a:pt x="46971" y="45640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800"/>
          </a:p>
        </p:txBody>
      </p:sp>
      <p:sp>
        <p:nvSpPr>
          <p:cNvPr id="10" name="Rounded Rectangle 4 format margin gutterc">
            <a:extLst>
              <a:ext uri="{FF2B5EF4-FFF2-40B4-BE49-F238E27FC236}">
                <a16:creationId xmlns:a16="http://schemas.microsoft.com/office/drawing/2014/main" id="{2A9CEB01-B837-7746-AED6-3E4563A9D0F3}"/>
              </a:ext>
            </a:extLst>
          </p:cNvPr>
          <p:cNvSpPr/>
          <p:nvPr userDrawn="1"/>
        </p:nvSpPr>
        <p:spPr>
          <a:xfrm>
            <a:off x="304801" y="1297584"/>
            <a:ext cx="7467599" cy="4955579"/>
          </a:xfrm>
          <a:prstGeom prst="roundRect">
            <a:avLst>
              <a:gd name="adj" fmla="val 112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800"/>
          </a:p>
        </p:txBody>
      </p:sp>
      <p:sp>
        <p:nvSpPr>
          <p:cNvPr id="11" name="Freeform 63 format margin gutterc">
            <a:extLst>
              <a:ext uri="{FF2B5EF4-FFF2-40B4-BE49-F238E27FC236}">
                <a16:creationId xmlns:a16="http://schemas.microsoft.com/office/drawing/2014/main" id="{EB4716C0-5055-ED47-BE6E-726D4644275F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304801" y="1300163"/>
            <a:ext cx="7467599" cy="457200"/>
          </a:xfrm>
          <a:custGeom>
            <a:avLst/>
            <a:gdLst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2724147 w 2730492"/>
              <a:gd name="connsiteY6" fmla="*/ 183354 h 450054"/>
              <a:gd name="connsiteX7" fmla="*/ 2628304 w 2730492"/>
              <a:gd name="connsiteY7" fmla="*/ 183354 h 450054"/>
              <a:gd name="connsiteX8" fmla="*/ 6342 w 2730492"/>
              <a:gd name="connsiteY8" fmla="*/ 0 h 450054"/>
              <a:gd name="connsiteX9" fmla="*/ 6342 w 2730492"/>
              <a:gd name="connsiteY9" fmla="*/ 183354 h 450054"/>
              <a:gd name="connsiteX10" fmla="*/ 0 w 2730492"/>
              <a:gd name="connsiteY10" fmla="*/ 183354 h 450054"/>
              <a:gd name="connsiteX11" fmla="*/ 0 w 2730492"/>
              <a:gd name="connsiteY11" fmla="*/ 403394 h 450054"/>
              <a:gd name="connsiteX12" fmla="*/ 46660 w 2730492"/>
              <a:gd name="connsiteY12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2724147 w 2730492"/>
              <a:gd name="connsiteY6" fmla="*/ 183354 h 450054"/>
              <a:gd name="connsiteX7" fmla="*/ 6342 w 2730492"/>
              <a:gd name="connsiteY7" fmla="*/ 0 h 450054"/>
              <a:gd name="connsiteX8" fmla="*/ 6342 w 2730492"/>
              <a:gd name="connsiteY8" fmla="*/ 183354 h 450054"/>
              <a:gd name="connsiteX9" fmla="*/ 0 w 2730492"/>
              <a:gd name="connsiteY9" fmla="*/ 183354 h 450054"/>
              <a:gd name="connsiteX10" fmla="*/ 0 w 2730492"/>
              <a:gd name="connsiteY10" fmla="*/ 403394 h 450054"/>
              <a:gd name="connsiteX11" fmla="*/ 46660 w 2730492"/>
              <a:gd name="connsiteY11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2724147 w 2730492"/>
              <a:gd name="connsiteY5" fmla="*/ 190056 h 450054"/>
              <a:gd name="connsiteX6" fmla="*/ 6342 w 2730492"/>
              <a:gd name="connsiteY6" fmla="*/ 0 h 450054"/>
              <a:gd name="connsiteX7" fmla="*/ 6342 w 2730492"/>
              <a:gd name="connsiteY7" fmla="*/ 183354 h 450054"/>
              <a:gd name="connsiteX8" fmla="*/ 0 w 2730492"/>
              <a:gd name="connsiteY8" fmla="*/ 183354 h 450054"/>
              <a:gd name="connsiteX9" fmla="*/ 0 w 2730492"/>
              <a:gd name="connsiteY9" fmla="*/ 403394 h 450054"/>
              <a:gd name="connsiteX10" fmla="*/ 46660 w 2730492"/>
              <a:gd name="connsiteY10" fmla="*/ 450054 h 450054"/>
              <a:gd name="connsiteX0" fmla="*/ 46660 w 2730492"/>
              <a:gd name="connsiteY0" fmla="*/ 450054 h 450054"/>
              <a:gd name="connsiteX1" fmla="*/ 2677487 w 2730492"/>
              <a:gd name="connsiteY1" fmla="*/ 450054 h 450054"/>
              <a:gd name="connsiteX2" fmla="*/ 2724147 w 2730492"/>
              <a:gd name="connsiteY2" fmla="*/ 403394 h 450054"/>
              <a:gd name="connsiteX3" fmla="*/ 2724147 w 2730492"/>
              <a:gd name="connsiteY3" fmla="*/ 190500 h 450054"/>
              <a:gd name="connsiteX4" fmla="*/ 2730492 w 2730492"/>
              <a:gd name="connsiteY4" fmla="*/ 190500 h 450054"/>
              <a:gd name="connsiteX5" fmla="*/ 6342 w 2730492"/>
              <a:gd name="connsiteY5" fmla="*/ 0 h 450054"/>
              <a:gd name="connsiteX6" fmla="*/ 6342 w 2730492"/>
              <a:gd name="connsiteY6" fmla="*/ 183354 h 450054"/>
              <a:gd name="connsiteX7" fmla="*/ 0 w 2730492"/>
              <a:gd name="connsiteY7" fmla="*/ 183354 h 450054"/>
              <a:gd name="connsiteX8" fmla="*/ 0 w 2730492"/>
              <a:gd name="connsiteY8" fmla="*/ 403394 h 450054"/>
              <a:gd name="connsiteX9" fmla="*/ 46660 w 2730492"/>
              <a:gd name="connsiteY9" fmla="*/ 450054 h 450054"/>
              <a:gd name="connsiteX0" fmla="*/ 46660 w 2724147"/>
              <a:gd name="connsiteY0" fmla="*/ 450054 h 450054"/>
              <a:gd name="connsiteX1" fmla="*/ 2677487 w 2724147"/>
              <a:gd name="connsiteY1" fmla="*/ 450054 h 450054"/>
              <a:gd name="connsiteX2" fmla="*/ 2724147 w 2724147"/>
              <a:gd name="connsiteY2" fmla="*/ 403394 h 450054"/>
              <a:gd name="connsiteX3" fmla="*/ 2724147 w 2724147"/>
              <a:gd name="connsiteY3" fmla="*/ 190500 h 450054"/>
              <a:gd name="connsiteX4" fmla="*/ 6342 w 2724147"/>
              <a:gd name="connsiteY4" fmla="*/ 0 h 450054"/>
              <a:gd name="connsiteX5" fmla="*/ 6342 w 2724147"/>
              <a:gd name="connsiteY5" fmla="*/ 183354 h 450054"/>
              <a:gd name="connsiteX6" fmla="*/ 0 w 2724147"/>
              <a:gd name="connsiteY6" fmla="*/ 183354 h 450054"/>
              <a:gd name="connsiteX7" fmla="*/ 0 w 2724147"/>
              <a:gd name="connsiteY7" fmla="*/ 403394 h 450054"/>
              <a:gd name="connsiteX8" fmla="*/ 46660 w 2724147"/>
              <a:gd name="connsiteY8" fmla="*/ 450054 h 450054"/>
              <a:gd name="connsiteX0" fmla="*/ 46660 w 2727322"/>
              <a:gd name="connsiteY0" fmla="*/ 450054 h 450054"/>
              <a:gd name="connsiteX1" fmla="*/ 2677487 w 2727322"/>
              <a:gd name="connsiteY1" fmla="*/ 450054 h 450054"/>
              <a:gd name="connsiteX2" fmla="*/ 2724147 w 2727322"/>
              <a:gd name="connsiteY2" fmla="*/ 403394 h 450054"/>
              <a:gd name="connsiteX3" fmla="*/ 2727322 w 2727322"/>
              <a:gd name="connsiteY3" fmla="*/ 180975 h 450054"/>
              <a:gd name="connsiteX4" fmla="*/ 6342 w 2727322"/>
              <a:gd name="connsiteY4" fmla="*/ 0 h 450054"/>
              <a:gd name="connsiteX5" fmla="*/ 6342 w 2727322"/>
              <a:gd name="connsiteY5" fmla="*/ 183354 h 450054"/>
              <a:gd name="connsiteX6" fmla="*/ 0 w 2727322"/>
              <a:gd name="connsiteY6" fmla="*/ 183354 h 450054"/>
              <a:gd name="connsiteX7" fmla="*/ 0 w 2727322"/>
              <a:gd name="connsiteY7" fmla="*/ 403394 h 450054"/>
              <a:gd name="connsiteX8" fmla="*/ 46660 w 2727322"/>
              <a:gd name="connsiteY8" fmla="*/ 450054 h 450054"/>
              <a:gd name="connsiteX0" fmla="*/ 46660 w 2724287"/>
              <a:gd name="connsiteY0" fmla="*/ 450054 h 450054"/>
              <a:gd name="connsiteX1" fmla="*/ 2677487 w 2724287"/>
              <a:gd name="connsiteY1" fmla="*/ 450054 h 450054"/>
              <a:gd name="connsiteX2" fmla="*/ 2724147 w 2724287"/>
              <a:gd name="connsiteY2" fmla="*/ 403394 h 450054"/>
              <a:gd name="connsiteX3" fmla="*/ 2720972 w 2724287"/>
              <a:gd name="connsiteY3" fmla="*/ 171450 h 450054"/>
              <a:gd name="connsiteX4" fmla="*/ 6342 w 2724287"/>
              <a:gd name="connsiteY4" fmla="*/ 0 h 450054"/>
              <a:gd name="connsiteX5" fmla="*/ 6342 w 2724287"/>
              <a:gd name="connsiteY5" fmla="*/ 183354 h 450054"/>
              <a:gd name="connsiteX6" fmla="*/ 0 w 2724287"/>
              <a:gd name="connsiteY6" fmla="*/ 183354 h 450054"/>
              <a:gd name="connsiteX7" fmla="*/ 0 w 2724287"/>
              <a:gd name="connsiteY7" fmla="*/ 403394 h 450054"/>
              <a:gd name="connsiteX8" fmla="*/ 46660 w 2724287"/>
              <a:gd name="connsiteY8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6342 w 2724452"/>
              <a:gd name="connsiteY5" fmla="*/ 183354 h 450054"/>
              <a:gd name="connsiteX6" fmla="*/ 0 w 2724452"/>
              <a:gd name="connsiteY6" fmla="*/ 183354 h 450054"/>
              <a:gd name="connsiteX7" fmla="*/ 0 w 2724452"/>
              <a:gd name="connsiteY7" fmla="*/ 403394 h 450054"/>
              <a:gd name="connsiteX8" fmla="*/ 46660 w 2724452"/>
              <a:gd name="connsiteY8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6342 w 2724452"/>
              <a:gd name="connsiteY5" fmla="*/ 183354 h 450054"/>
              <a:gd name="connsiteX6" fmla="*/ 0 w 2724452"/>
              <a:gd name="connsiteY6" fmla="*/ 403394 h 450054"/>
              <a:gd name="connsiteX7" fmla="*/ 46660 w 2724452"/>
              <a:gd name="connsiteY7" fmla="*/ 450054 h 450054"/>
              <a:gd name="connsiteX0" fmla="*/ 46660 w 2724452"/>
              <a:gd name="connsiteY0" fmla="*/ 450054 h 450054"/>
              <a:gd name="connsiteX1" fmla="*/ 2677487 w 2724452"/>
              <a:gd name="connsiteY1" fmla="*/ 450054 h 450054"/>
              <a:gd name="connsiteX2" fmla="*/ 2724147 w 2724452"/>
              <a:gd name="connsiteY2" fmla="*/ 403394 h 450054"/>
              <a:gd name="connsiteX3" fmla="*/ 2724147 w 2724452"/>
              <a:gd name="connsiteY3" fmla="*/ 165100 h 450054"/>
              <a:gd name="connsiteX4" fmla="*/ 6342 w 2724452"/>
              <a:gd name="connsiteY4" fmla="*/ 0 h 450054"/>
              <a:gd name="connsiteX5" fmla="*/ 0 w 2724452"/>
              <a:gd name="connsiteY5" fmla="*/ 403394 h 450054"/>
              <a:gd name="connsiteX6" fmla="*/ 46660 w 2724452"/>
              <a:gd name="connsiteY6" fmla="*/ 450054 h 450054"/>
              <a:gd name="connsiteX0" fmla="*/ 46660 w 2724452"/>
              <a:gd name="connsiteY0" fmla="*/ 453229 h 453229"/>
              <a:gd name="connsiteX1" fmla="*/ 2677487 w 2724452"/>
              <a:gd name="connsiteY1" fmla="*/ 453229 h 453229"/>
              <a:gd name="connsiteX2" fmla="*/ 2724147 w 2724452"/>
              <a:gd name="connsiteY2" fmla="*/ 406569 h 453229"/>
              <a:gd name="connsiteX3" fmla="*/ 2724147 w 2724452"/>
              <a:gd name="connsiteY3" fmla="*/ 168275 h 453229"/>
              <a:gd name="connsiteX4" fmla="*/ 3167 w 2724452"/>
              <a:gd name="connsiteY4" fmla="*/ 0 h 453229"/>
              <a:gd name="connsiteX5" fmla="*/ 0 w 2724452"/>
              <a:gd name="connsiteY5" fmla="*/ 406569 h 453229"/>
              <a:gd name="connsiteX6" fmla="*/ 46660 w 2724452"/>
              <a:gd name="connsiteY6" fmla="*/ 453229 h 453229"/>
              <a:gd name="connsiteX0" fmla="*/ 46971 w 2724763"/>
              <a:gd name="connsiteY0" fmla="*/ 456404 h 456404"/>
              <a:gd name="connsiteX1" fmla="*/ 2677798 w 2724763"/>
              <a:gd name="connsiteY1" fmla="*/ 456404 h 456404"/>
              <a:gd name="connsiteX2" fmla="*/ 2724458 w 2724763"/>
              <a:gd name="connsiteY2" fmla="*/ 409744 h 456404"/>
              <a:gd name="connsiteX3" fmla="*/ 2724458 w 2724763"/>
              <a:gd name="connsiteY3" fmla="*/ 171450 h 456404"/>
              <a:gd name="connsiteX4" fmla="*/ 303 w 2724763"/>
              <a:gd name="connsiteY4" fmla="*/ 0 h 456404"/>
              <a:gd name="connsiteX5" fmla="*/ 311 w 2724763"/>
              <a:gd name="connsiteY5" fmla="*/ 409744 h 456404"/>
              <a:gd name="connsiteX6" fmla="*/ 46971 w 2724763"/>
              <a:gd name="connsiteY6" fmla="*/ 456404 h 45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763" h="456404">
                <a:moveTo>
                  <a:pt x="46971" y="456404"/>
                </a:moveTo>
                <a:lnTo>
                  <a:pt x="2677798" y="456404"/>
                </a:lnTo>
                <a:cubicBezTo>
                  <a:pt x="2703568" y="456404"/>
                  <a:pt x="2724458" y="435514"/>
                  <a:pt x="2724458" y="409744"/>
                </a:cubicBezTo>
                <a:cubicBezTo>
                  <a:pt x="2725516" y="335604"/>
                  <a:pt x="2723400" y="245590"/>
                  <a:pt x="2724458" y="171450"/>
                </a:cubicBezTo>
                <a:lnTo>
                  <a:pt x="303" y="0"/>
                </a:lnTo>
                <a:cubicBezTo>
                  <a:pt x="-753" y="135523"/>
                  <a:pt x="1367" y="274221"/>
                  <a:pt x="311" y="409744"/>
                </a:cubicBezTo>
                <a:cubicBezTo>
                  <a:pt x="311" y="435514"/>
                  <a:pt x="21201" y="456404"/>
                  <a:pt x="46971" y="45640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800"/>
          </a:p>
        </p:txBody>
      </p:sp>
    </p:spTree>
    <p:extLst>
      <p:ext uri="{BB962C8B-B14F-4D97-AF65-F5344CB8AC3E}">
        <p14:creationId xmlns:p14="http://schemas.microsoft.com/office/powerpoint/2010/main" val="2857566054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ssage 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 format margin gutterc"/>
          <p:cNvSpPr>
            <a:spLocks noGrp="1"/>
          </p:cNvSpPr>
          <p:nvPr>
            <p:ph type="title" hasCustomPrompt="1"/>
          </p:nvPr>
        </p:nvSpPr>
        <p:spPr>
          <a:xfrm>
            <a:off x="5334000" y="1423989"/>
            <a:ext cx="6096000" cy="1162051"/>
          </a:xfrm>
        </p:spPr>
        <p:txBody>
          <a:bodyPr anchor="b"/>
          <a:lstStyle>
            <a:lvl1pPr algn="l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ext Placeholder 6 format margin gutterc">
            <a:extLst>
              <a:ext uri="{FF2B5EF4-FFF2-40B4-BE49-F238E27FC236}">
                <a16:creationId xmlns:a16="http://schemas.microsoft.com/office/drawing/2014/main" id="{A4D0DB50-FB3B-2049-AB4D-FBA371BBF1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4000" y="2724150"/>
            <a:ext cx="6096000" cy="2414588"/>
          </a:xfr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3"/>
                </a:solidFill>
              </a:defRPr>
            </a:lvl1pPr>
            <a:lvl2pPr>
              <a:lnSpc>
                <a:spcPct val="150000"/>
              </a:lnSpc>
              <a:defRPr>
                <a:solidFill>
                  <a:schemeClr val="accent3"/>
                </a:solidFill>
              </a:defRPr>
            </a:lvl2pPr>
            <a:lvl3pPr>
              <a:lnSpc>
                <a:spcPct val="150000"/>
              </a:lnSpc>
              <a:defRPr>
                <a:solidFill>
                  <a:schemeClr val="accent3"/>
                </a:solidFill>
              </a:defRPr>
            </a:lvl3pPr>
            <a:lvl4pPr>
              <a:lnSpc>
                <a:spcPct val="150000"/>
              </a:lnSpc>
              <a:defRPr>
                <a:solidFill>
                  <a:schemeClr val="accent3"/>
                </a:solidFill>
              </a:defRPr>
            </a:lvl4pPr>
            <a:lvl5pPr>
              <a:lnSpc>
                <a:spcPct val="150000"/>
              </a:lnSpc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2E749A-4467-9444-A8C0-97FEDB959F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2" y="928690"/>
            <a:ext cx="3335140" cy="303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462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93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 fi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7 format margin gutterc">
            <a:extLst>
              <a:ext uri="{FF2B5EF4-FFF2-40B4-BE49-F238E27FC236}">
                <a16:creationId xmlns:a16="http://schemas.microsoft.com/office/drawing/2014/main" id="{D4C87301-2115-E948-998F-5D0DBE2277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253789" y="4271963"/>
            <a:ext cx="3810000" cy="1485900"/>
          </a:xfrm>
          <a:prstGeom prst="roundRect">
            <a:avLst>
              <a:gd name="adj" fmla="val 862"/>
            </a:avLst>
          </a:prstGeom>
          <a:solidFill>
            <a:schemeClr val="tx1">
              <a:alpha val="1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none" lIns="152400" tIns="152400" rIns="152400" bIns="152400" anchor="ctr">
            <a:noAutofit/>
          </a:bodyPr>
          <a:lstStyle/>
          <a:p>
            <a:pPr eaLnBrk="0" hangingPunct="0">
              <a:lnSpc>
                <a:spcPct val="110000"/>
              </a:lnSpc>
              <a:buClr>
                <a:schemeClr val="hlink"/>
              </a:buClr>
              <a:buSzPct val="110000"/>
              <a:defRPr/>
            </a:pPr>
            <a:endParaRPr lang="fr-FR" sz="1200">
              <a:solidFill>
                <a:schemeClr val="tx1"/>
              </a:solidFill>
              <a:latin typeface="Arial Nova Condensed" panose="020B0506020202020204" pitchFamily="34" charset="0"/>
              <a:cs typeface="Arial Narrow"/>
            </a:endParaRPr>
          </a:p>
        </p:txBody>
      </p:sp>
      <p:pic>
        <p:nvPicPr>
          <p:cNvPr id="8" name="Graphic 5 format margin gutterc">
            <a:extLst>
              <a:ext uri="{FF2B5EF4-FFF2-40B4-BE49-F238E27FC236}">
                <a16:creationId xmlns:a16="http://schemas.microsoft.com/office/drawing/2014/main" id="{D31C0C14-08A6-3B4C-9C6F-CF9808FAEE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176339"/>
            <a:ext cx="1524000" cy="1124085"/>
          </a:xfrm>
          <a:prstGeom prst="rect">
            <a:avLst/>
          </a:prstGeom>
        </p:spPr>
      </p:pic>
      <p:sp>
        <p:nvSpPr>
          <p:cNvPr id="5" name="TextBox 4 format margin gutterc">
            <a:extLst>
              <a:ext uri="{FF2B5EF4-FFF2-40B4-BE49-F238E27FC236}">
                <a16:creationId xmlns:a16="http://schemas.microsoft.com/office/drawing/2014/main" id="{3E784DC0-1BE2-6F4C-ACC9-20ECECB49B2F}"/>
              </a:ext>
            </a:extLst>
          </p:cNvPr>
          <p:cNvSpPr txBox="1"/>
          <p:nvPr userDrawn="1"/>
        </p:nvSpPr>
        <p:spPr>
          <a:xfrm>
            <a:off x="3048000" y="2476501"/>
            <a:ext cx="6096000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chemeClr val="tx1"/>
                </a:solidFill>
                <a:latin typeface="Arial Nova Condensed" panose="020B0506020202020204" pitchFamily="34" charset="0"/>
              </a:rPr>
              <a:t>138 avenue des Champs Élysées − 75008 Paris</a:t>
            </a:r>
          </a:p>
        </p:txBody>
      </p:sp>
      <p:sp>
        <p:nvSpPr>
          <p:cNvPr id="15" name="TextBox 4 format margin gutterc">
            <a:extLst>
              <a:ext uri="{FF2B5EF4-FFF2-40B4-BE49-F238E27FC236}">
                <a16:creationId xmlns:a16="http://schemas.microsoft.com/office/drawing/2014/main" id="{E026B994-26A3-BE44-AE79-CA8AFE90F997}"/>
              </a:ext>
            </a:extLst>
          </p:cNvPr>
          <p:cNvSpPr txBox="1"/>
          <p:nvPr userDrawn="1"/>
        </p:nvSpPr>
        <p:spPr>
          <a:xfrm>
            <a:off x="3048000" y="2971801"/>
            <a:ext cx="6096000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chemeClr val="tx1"/>
                </a:solidFill>
                <a:latin typeface="Arial Nova Condensed" panose="020B0506020202020204" pitchFamily="34" charset="0"/>
              </a:rPr>
              <a:t>www.colombus-consulting.com</a:t>
            </a:r>
          </a:p>
        </p:txBody>
      </p:sp>
      <p:sp>
        <p:nvSpPr>
          <p:cNvPr id="17" name="Text Placeholder 7 format margin gutterc">
            <a:extLst>
              <a:ext uri="{FF2B5EF4-FFF2-40B4-BE49-F238E27FC236}">
                <a16:creationId xmlns:a16="http://schemas.microsoft.com/office/drawing/2014/main" id="{675F31CD-5CA4-4643-A8D8-58D0C9B717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53789" y="4705350"/>
            <a:ext cx="3810000" cy="247650"/>
          </a:xfrm>
        </p:spPr>
        <p:txBody>
          <a:bodyPr lIns="101600" tIns="0" rIns="101600" bIns="0" anchor="t">
            <a:noAutofit/>
          </a:bodyPr>
          <a:lstStyle>
            <a:lvl1pPr>
              <a:defRPr sz="1200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1pPr>
            <a:lvl2pPr>
              <a:defRPr sz="1200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2pPr>
            <a:lvl3pPr>
              <a:defRPr sz="1200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3pPr>
            <a:lvl4pPr>
              <a:defRPr sz="1200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4pPr>
            <a:lvl5pPr>
              <a:defRPr sz="1200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8" name="Text Placeholder 7 format margin gutterc">
            <a:extLst>
              <a:ext uri="{FF2B5EF4-FFF2-40B4-BE49-F238E27FC236}">
                <a16:creationId xmlns:a16="http://schemas.microsoft.com/office/drawing/2014/main" id="{317E64B1-2247-D047-98BE-5A0513074D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53789" y="5138739"/>
            <a:ext cx="3810000" cy="557213"/>
          </a:xfrm>
        </p:spPr>
        <p:txBody>
          <a:bodyPr lIns="101600" tIns="0" rIns="101600" bIns="0" anchor="t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200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1pPr>
            <a:lvl2pPr>
              <a:lnSpc>
                <a:spcPct val="120000"/>
              </a:lnSpc>
              <a:defRPr sz="1200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2pPr>
            <a:lvl3pPr>
              <a:lnSpc>
                <a:spcPct val="120000"/>
              </a:lnSpc>
              <a:defRPr sz="1200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3pPr>
            <a:lvl4pPr>
              <a:lnSpc>
                <a:spcPct val="120000"/>
              </a:lnSpc>
              <a:defRPr sz="1200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4pPr>
            <a:lvl5pPr>
              <a:lnSpc>
                <a:spcPct val="120000"/>
              </a:lnSpc>
              <a:defRPr sz="1200" b="0" i="0">
                <a:solidFill>
                  <a:schemeClr val="tx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Text Placeholder 7 format margin gutterc">
            <a:extLst>
              <a:ext uri="{FF2B5EF4-FFF2-40B4-BE49-F238E27FC236}">
                <a16:creationId xmlns:a16="http://schemas.microsoft.com/office/drawing/2014/main" id="{2F71507A-66A0-C241-B3E2-68E31814068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3789" y="4333876"/>
            <a:ext cx="3810000" cy="371475"/>
          </a:xfrm>
        </p:spPr>
        <p:txBody>
          <a:bodyPr lIns="101600" tIns="0" rIns="101600" bIns="0" anchor="b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1pPr>
            <a:lvl2pPr>
              <a:defRPr sz="1200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2pPr>
            <a:lvl3pPr>
              <a:defRPr sz="1200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3pPr>
            <a:lvl4pPr>
              <a:defRPr sz="1200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4pPr>
            <a:lvl5pPr>
              <a:defRPr sz="1200" b="1" i="0">
                <a:solidFill>
                  <a:schemeClr val="tx1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0" name="TextBox 4 format margin gutterc">
            <a:extLst>
              <a:ext uri="{FF2B5EF4-FFF2-40B4-BE49-F238E27FC236}">
                <a16:creationId xmlns:a16="http://schemas.microsoft.com/office/drawing/2014/main" id="{39586B2E-BD4F-BE43-816D-C3DC1741DAEE}"/>
              </a:ext>
            </a:extLst>
          </p:cNvPr>
          <p:cNvSpPr txBox="1"/>
          <p:nvPr userDrawn="1"/>
        </p:nvSpPr>
        <p:spPr>
          <a:xfrm>
            <a:off x="3048000" y="2724151"/>
            <a:ext cx="6096000" cy="30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1200" noProof="1">
                <a:solidFill>
                  <a:schemeClr val="tx1"/>
                </a:solidFill>
                <a:latin typeface="Arial Nova Condensed" panose="020B0506020202020204" pitchFamily="34" charset="0"/>
              </a:rPr>
              <a:t>Téléphone : +33 (0)1 42 81 81 50</a:t>
            </a:r>
          </a:p>
        </p:txBody>
      </p:sp>
    </p:spTree>
    <p:extLst>
      <p:ext uri="{BB962C8B-B14F-4D97-AF65-F5344CB8AC3E}">
        <p14:creationId xmlns:p14="http://schemas.microsoft.com/office/powerpoint/2010/main" val="394545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ferenc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 format margin">
            <a:extLst>
              <a:ext uri="{FF2B5EF4-FFF2-40B4-BE49-F238E27FC236}">
                <a16:creationId xmlns:a16="http://schemas.microsoft.com/office/drawing/2014/main" id="{19DCBC0E-D634-F54F-97B8-A92F916EE8ED}"/>
              </a:ext>
            </a:extLst>
          </p:cNvPr>
          <p:cNvSpPr/>
          <p:nvPr userDrawn="1"/>
        </p:nvSpPr>
        <p:spPr>
          <a:xfrm>
            <a:off x="609601" y="0"/>
            <a:ext cx="4114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800"/>
          </a:p>
        </p:txBody>
      </p:sp>
      <p:sp>
        <p:nvSpPr>
          <p:cNvPr id="9" name="Rectangle 3 format margin">
            <a:extLst>
              <a:ext uri="{FF2B5EF4-FFF2-40B4-BE49-F238E27FC236}">
                <a16:creationId xmlns:a16="http://schemas.microsoft.com/office/drawing/2014/main" id="{CED44636-30E2-534A-B7C9-289A1C9428A8}"/>
              </a:ext>
            </a:extLst>
          </p:cNvPr>
          <p:cNvSpPr/>
          <p:nvPr userDrawn="1"/>
        </p:nvSpPr>
        <p:spPr>
          <a:xfrm>
            <a:off x="609601" y="1300164"/>
            <a:ext cx="4114800" cy="12572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800"/>
          </a:p>
        </p:txBody>
      </p:sp>
      <p:sp>
        <p:nvSpPr>
          <p:cNvPr id="11" name="Freeform 17 format margin gutterc">
            <a:extLst>
              <a:ext uri="{FF2B5EF4-FFF2-40B4-BE49-F238E27FC236}">
                <a16:creationId xmlns:a16="http://schemas.microsoft.com/office/drawing/2014/main" id="{2EECA1CC-953B-6E47-B4EF-9BE2CA9399B4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62001" y="1384301"/>
            <a:ext cx="3810000" cy="1089025"/>
          </a:xfrm>
          <a:custGeom>
            <a:avLst/>
            <a:gdLst>
              <a:gd name="connsiteX0" fmla="*/ 0 w 1079500"/>
              <a:gd name="connsiteY0" fmla="*/ 0 h 1612900"/>
              <a:gd name="connsiteX1" fmla="*/ 1079500 w 1079500"/>
              <a:gd name="connsiteY1" fmla="*/ 0 h 1612900"/>
              <a:gd name="connsiteX2" fmla="*/ 1079500 w 1079500"/>
              <a:gd name="connsiteY2" fmla="*/ 1612900 h 1612900"/>
              <a:gd name="connsiteX3" fmla="*/ 0 w 1079500"/>
              <a:gd name="connsiteY3" fmla="*/ 161290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9500" h="1612900">
                <a:moveTo>
                  <a:pt x="0" y="0"/>
                </a:moveTo>
                <a:lnTo>
                  <a:pt x="1079500" y="0"/>
                </a:lnTo>
                <a:lnTo>
                  <a:pt x="1079500" y="1612900"/>
                </a:lnTo>
                <a:lnTo>
                  <a:pt x="0" y="1612900"/>
                </a:lnTo>
                <a:close/>
              </a:path>
            </a:pathLst>
          </a:custGeom>
          <a:noFill/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0C051-3314-D242-AAEB-C050DF6D9FA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9" name="Content Placeholder 6 format margin gutterc">
            <a:extLst>
              <a:ext uri="{FF2B5EF4-FFF2-40B4-BE49-F238E27FC236}">
                <a16:creationId xmlns:a16="http://schemas.microsoft.com/office/drawing/2014/main" id="{BA92B959-A7D4-5F47-B4BA-331D99482BC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1" y="3281364"/>
            <a:ext cx="3810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200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1800" dirty="0">
                <a:solidFill>
                  <a:schemeClr val="lt1"/>
                </a:solidFill>
              </a:defRPr>
            </a:lvl5pPr>
          </a:lstStyle>
          <a:p>
            <a:pPr lvl="0" algn="ctr" defTabSz="914400"/>
            <a:r>
              <a:rPr lang="fr-FR"/>
              <a:t>Modifier les styles du texte du masque</a:t>
            </a:r>
          </a:p>
          <a:p>
            <a:pPr lvl="1" algn="ctr" defTabSz="914400"/>
            <a:r>
              <a:rPr lang="fr-FR"/>
              <a:t>Deuxième niveau</a:t>
            </a:r>
          </a:p>
          <a:p>
            <a:pPr lvl="2" algn="ctr" defTabSz="914400"/>
            <a:r>
              <a:rPr lang="fr-FR"/>
              <a:t>Troisième niveau</a:t>
            </a:r>
          </a:p>
          <a:p>
            <a:pPr lvl="3" algn="ctr" defTabSz="914400"/>
            <a:r>
              <a:rPr lang="fr-FR"/>
              <a:t>Quatrième niveau</a:t>
            </a:r>
          </a:p>
          <a:p>
            <a:pPr lvl="4" algn="ctr" defTabSz="914400"/>
            <a:r>
              <a:rPr lang="fr-FR"/>
              <a:t>Cinquième niveau</a:t>
            </a:r>
          </a:p>
        </p:txBody>
      </p:sp>
      <p:sp>
        <p:nvSpPr>
          <p:cNvPr id="25" name="Content Placeholder 6 format margin gutterc">
            <a:extLst>
              <a:ext uri="{FF2B5EF4-FFF2-40B4-BE49-F238E27FC236}">
                <a16:creationId xmlns:a16="http://schemas.microsoft.com/office/drawing/2014/main" id="{A62D0468-D860-A548-A221-FCA1783B5AC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62001" y="4248148"/>
            <a:ext cx="3810000" cy="24765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noAutofit/>
          </a:bodyPr>
          <a:lstStyle>
            <a:lvl1pPr algn="ctr">
              <a:lnSpc>
                <a:spcPct val="120000"/>
              </a:lnSpc>
              <a:spcBef>
                <a:spcPts val="600"/>
              </a:spcBef>
              <a:defRPr lang="en-US" sz="1000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spcBef>
                <a:spcPts val="600"/>
              </a:spcBef>
              <a:defRPr lang="en-US" sz="1000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spcBef>
                <a:spcPts val="600"/>
              </a:spcBef>
              <a:defRPr lang="en-US" sz="1000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spcBef>
                <a:spcPts val="600"/>
              </a:spcBef>
              <a:defRPr lang="en-US" sz="1000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spcBef>
                <a:spcPts val="600"/>
              </a:spcBef>
              <a:defRPr lang="fr-FR" sz="1000" b="0" i="0" dirty="0">
                <a:solidFill>
                  <a:schemeClr val="lt1"/>
                </a:solidFill>
              </a:defRPr>
            </a:lvl5pPr>
          </a:lstStyle>
          <a:p>
            <a:pPr lvl="0" algn="ctr" defTabSz="914400"/>
            <a:r>
              <a:rPr lang="fr-FR"/>
              <a:t>Modifier les styles du texte du masque</a:t>
            </a:r>
          </a:p>
          <a:p>
            <a:pPr lvl="1" algn="ctr" defTabSz="914400"/>
            <a:r>
              <a:rPr lang="fr-FR"/>
              <a:t>Deuxième niveau</a:t>
            </a:r>
          </a:p>
          <a:p>
            <a:pPr lvl="2" algn="ctr" defTabSz="914400"/>
            <a:r>
              <a:rPr lang="fr-FR"/>
              <a:t>Troisième niveau</a:t>
            </a:r>
          </a:p>
          <a:p>
            <a:pPr lvl="3" algn="ctr" defTabSz="914400"/>
            <a:r>
              <a:rPr lang="fr-FR"/>
              <a:t>Quatrième niveau</a:t>
            </a:r>
          </a:p>
          <a:p>
            <a:pPr lvl="4" algn="ctr" defTabSz="914400"/>
            <a:r>
              <a:rPr lang="fr-FR"/>
              <a:t>Cinquième niveau</a:t>
            </a:r>
          </a:p>
        </p:txBody>
      </p:sp>
      <p:sp>
        <p:nvSpPr>
          <p:cNvPr id="2" name="Titre 1 format margin gutterc"/>
          <p:cNvSpPr>
            <a:spLocks noGrp="1"/>
          </p:cNvSpPr>
          <p:nvPr>
            <p:ph type="title" hasCustomPrompt="1"/>
          </p:nvPr>
        </p:nvSpPr>
        <p:spPr>
          <a:xfrm>
            <a:off x="762001" y="2662239"/>
            <a:ext cx="3810000" cy="619125"/>
          </a:xfrm>
        </p:spPr>
        <p:txBody>
          <a:bodyPr lIns="0" tIns="0" rIns="0" bIns="0" anchor="ctr">
            <a:normAutofit/>
          </a:bodyPr>
          <a:lstStyle>
            <a:lvl1pPr algn="ctr">
              <a:defRPr sz="1800" b="1" i="0">
                <a:solidFill>
                  <a:schemeClr val="bg1"/>
                </a:solidFill>
                <a:uFillTx/>
                <a:latin typeface="Arial Nova Condensed" panose="020B0506020202020204" pitchFamily="34" charset="0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32" name="Text Placeholder 7 format margin gutterc">
            <a:extLst>
              <a:ext uri="{FF2B5EF4-FFF2-40B4-BE49-F238E27FC236}">
                <a16:creationId xmlns:a16="http://schemas.microsoft.com/office/drawing/2014/main" id="{6C0EB681-2BED-464C-8537-0F482E2987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76801" y="433390"/>
            <a:ext cx="7145274" cy="2309016"/>
          </a:xfrm>
          <a:solidFill>
            <a:schemeClr val="bg2">
              <a:lumMod val="95000"/>
            </a:schemeClr>
          </a:solidFill>
        </p:spPr>
        <p:txBody>
          <a:bodyPr lIns="76200" tIns="76200" rIns="76200" bIns="76200" anchor="ctr">
            <a:noAutofit/>
          </a:bodyPr>
          <a:lstStyle>
            <a:lvl1pPr mar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3"/>
                </a:solidFill>
              </a:defRPr>
            </a:lvl1pPr>
            <a:lvl2pPr mar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3"/>
                </a:solidFill>
              </a:defRPr>
            </a:lvl2pPr>
            <a:lvl3pPr mar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3"/>
                </a:solidFill>
              </a:defRPr>
            </a:lvl3pPr>
            <a:lvl4pPr mar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3"/>
                </a:solidFill>
              </a:defRPr>
            </a:lvl4pPr>
            <a:lvl5pPr mar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Text Placeholder 7 format margin gutterc">
            <a:extLst>
              <a:ext uri="{FF2B5EF4-FFF2-40B4-BE49-F238E27FC236}">
                <a16:creationId xmlns:a16="http://schemas.microsoft.com/office/drawing/2014/main" id="{C540BC79-95EA-FD47-B579-1E30A5131DE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76799" y="123826"/>
            <a:ext cx="7145274" cy="309563"/>
          </a:xfrm>
          <a:solidFill>
            <a:schemeClr val="tx2"/>
          </a:solidFill>
        </p:spPr>
        <p:txBody>
          <a:bodyPr lIns="0" tIns="0" rIns="0" bIns="38100" anchor="ctr"/>
          <a:lstStyle>
            <a:lvl1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1pPr>
            <a:lvl2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3pPr>
            <a:lvl4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4pPr>
            <a:lvl5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Text Placeholder 7 format margin gutterc">
            <a:extLst>
              <a:ext uri="{FF2B5EF4-FFF2-40B4-BE49-F238E27FC236}">
                <a16:creationId xmlns:a16="http://schemas.microsoft.com/office/drawing/2014/main" id="{23D92656-79EC-3F4B-9110-2C792587A5D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876801" y="3196432"/>
            <a:ext cx="7145274" cy="1769269"/>
          </a:xfrm>
          <a:solidFill>
            <a:schemeClr val="bg2">
              <a:lumMod val="95000"/>
            </a:schemeClr>
          </a:solidFill>
        </p:spPr>
        <p:txBody>
          <a:bodyPr lIns="76200" tIns="76200" rIns="76200" bIns="76200" anchor="ctr">
            <a:noAutofit/>
          </a:bodyPr>
          <a:lstStyle>
            <a:lvl1pPr mar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3"/>
                </a:solidFill>
              </a:defRPr>
            </a:lvl1pPr>
            <a:lvl2pPr mar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3"/>
                </a:solidFill>
              </a:defRPr>
            </a:lvl2pPr>
            <a:lvl3pPr mar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3"/>
                </a:solidFill>
              </a:defRPr>
            </a:lvl3pPr>
            <a:lvl4pPr mar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3"/>
                </a:solidFill>
              </a:defRPr>
            </a:lvl4pPr>
            <a:lvl5pPr mar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Text Placeholder 7 format margin gutterc">
            <a:extLst>
              <a:ext uri="{FF2B5EF4-FFF2-40B4-BE49-F238E27FC236}">
                <a16:creationId xmlns:a16="http://schemas.microsoft.com/office/drawing/2014/main" id="{96DCAEB0-D04A-1C48-A852-63A85461150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876798" y="2886870"/>
            <a:ext cx="7145274" cy="309563"/>
          </a:xfrm>
          <a:solidFill>
            <a:schemeClr val="tx2"/>
          </a:solidFill>
        </p:spPr>
        <p:txBody>
          <a:bodyPr lIns="0" tIns="0" rIns="0" bIns="38100" anchor="ctr"/>
          <a:lstStyle>
            <a:lvl1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1pPr>
            <a:lvl2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3pPr>
            <a:lvl4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4pPr>
            <a:lvl5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5" name="Text Placeholder 7 format margin gutterc">
            <a:extLst>
              <a:ext uri="{FF2B5EF4-FFF2-40B4-BE49-F238E27FC236}">
                <a16:creationId xmlns:a16="http://schemas.microsoft.com/office/drawing/2014/main" id="{C78F3B7D-F04C-F544-8937-0B09B400826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76801" y="5419726"/>
            <a:ext cx="7145274" cy="1300163"/>
          </a:xfrm>
          <a:solidFill>
            <a:schemeClr val="bg2">
              <a:lumMod val="95000"/>
            </a:schemeClr>
          </a:solidFill>
        </p:spPr>
        <p:txBody>
          <a:bodyPr lIns="76200" tIns="76200" rIns="76200" bIns="76200" numCol="1" spcCol="360000" anchor="ctr">
            <a:noAutofit/>
          </a:bodyPr>
          <a:lstStyle>
            <a:lvl1pPr mar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3"/>
                </a:solidFill>
              </a:defRPr>
            </a:lvl1pPr>
            <a:lvl2pPr mar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3"/>
                </a:solidFill>
              </a:defRPr>
            </a:lvl2pPr>
            <a:lvl3pPr mar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3"/>
                </a:solidFill>
              </a:defRPr>
            </a:lvl3pPr>
            <a:lvl4pPr mar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3"/>
                </a:solidFill>
              </a:defRPr>
            </a:lvl4pPr>
            <a:lvl5pPr mar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6" name="Text Placeholder 7 format margin gutterc">
            <a:extLst>
              <a:ext uri="{FF2B5EF4-FFF2-40B4-BE49-F238E27FC236}">
                <a16:creationId xmlns:a16="http://schemas.microsoft.com/office/drawing/2014/main" id="{EC6952C0-07E9-504F-8859-1F217214D12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76799" y="5110164"/>
            <a:ext cx="7145274" cy="309563"/>
          </a:xfrm>
          <a:solidFill>
            <a:schemeClr val="tx2"/>
          </a:solidFill>
        </p:spPr>
        <p:txBody>
          <a:bodyPr lIns="0" tIns="0" rIns="0" bIns="38100" anchor="ctr"/>
          <a:lstStyle>
            <a:lvl1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1pPr>
            <a:lvl2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3pPr>
            <a:lvl4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4pPr>
            <a:lvl5pPr algn="ctr">
              <a:defRPr b="1" i="0">
                <a:solidFill>
                  <a:schemeClr val="bg2"/>
                </a:solidFill>
                <a:latin typeface="Arial Nova" panose="020B05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529FFB-B481-EC49-AA92-6A5F812536DF}"/>
              </a:ext>
            </a:extLst>
          </p:cNvPr>
          <p:cNvSpPr txBox="1"/>
          <p:nvPr userDrawn="1"/>
        </p:nvSpPr>
        <p:spPr>
          <a:xfrm>
            <a:off x="5001846" y="33909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endParaRPr lang="fr-FR" sz="1000" err="1">
              <a:solidFill>
                <a:schemeClr val="accent4"/>
              </a:solidFill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79607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297FA01E-24AC-49D4-8C41-C51389DC6FF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6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90"/>
          </a:xfrm>
          <a:noFill/>
          <a:ln>
            <a:noFill/>
          </a:ln>
        </p:spPr>
        <p:txBody>
          <a:bodyPr>
            <a:normAutofit/>
          </a:bodyPr>
          <a:lstStyle>
            <a:lvl1pPr algn="l">
              <a:defRPr sz="26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052736"/>
            <a:ext cx="109728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892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900A349-AC10-1B4C-944D-98197F44F7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" y="2"/>
            <a:ext cx="367836" cy="981075"/>
          </a:xfrm>
          <a:custGeom>
            <a:avLst/>
            <a:gdLst>
              <a:gd name="connsiteX0" fmla="*/ 0 w 298867"/>
              <a:gd name="connsiteY0" fmla="*/ 0 h 981075"/>
              <a:gd name="connsiteX1" fmla="*/ 298867 w 298867"/>
              <a:gd name="connsiteY1" fmla="*/ 0 h 981075"/>
              <a:gd name="connsiteX2" fmla="*/ 147373 w 298867"/>
              <a:gd name="connsiteY2" fmla="*/ 981075 h 981075"/>
              <a:gd name="connsiteX3" fmla="*/ 0 w 298867"/>
              <a:gd name="connsiteY3" fmla="*/ 981075 h 98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867" h="981075">
                <a:moveTo>
                  <a:pt x="0" y="0"/>
                </a:moveTo>
                <a:lnTo>
                  <a:pt x="298867" y="0"/>
                </a:lnTo>
                <a:lnTo>
                  <a:pt x="147373" y="981075"/>
                </a:lnTo>
                <a:lnTo>
                  <a:pt x="0" y="981075"/>
                </a:lnTo>
                <a:close/>
              </a:path>
            </a:pathLst>
          </a:custGeom>
          <a:solidFill>
            <a:srgbClr val="FFFED6"/>
          </a:solidFill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 algn="ctr">
              <a:defRPr b="1" i="0">
                <a:solidFill>
                  <a:schemeClr val="tx2"/>
                </a:solidFill>
                <a:uFillTx/>
                <a:latin typeface="+mj-lt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8AB8-D401-2742-8AB4-09C495EFC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77599" y="6477000"/>
            <a:ext cx="609600" cy="185738"/>
          </a:xfrm>
        </p:spPr>
        <p:txBody>
          <a:bodyPr/>
          <a:lstStyle>
            <a:lvl1pPr>
              <a:defRPr sz="900"/>
            </a:lvl1pPr>
          </a:lstStyle>
          <a:p>
            <a:fld id="{3650C051-3314-D242-AAEB-C050DF6D9FA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305058D-463E-3748-8449-0A1BD7C2D9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1" y="1557338"/>
            <a:ext cx="10668000" cy="46799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1768105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4 format margin gutterc">
            <a:extLst>
              <a:ext uri="{FF2B5EF4-FFF2-40B4-BE49-F238E27FC236}">
                <a16:creationId xmlns:a16="http://schemas.microsoft.com/office/drawing/2014/main" id="{81DE8256-10C0-45BF-849A-8A52CABBACAF}"/>
              </a:ext>
            </a:extLst>
          </p:cNvPr>
          <p:cNvSpPr/>
          <p:nvPr userDrawn="1"/>
        </p:nvSpPr>
        <p:spPr>
          <a:xfrm>
            <a:off x="4876794" y="6082161"/>
            <a:ext cx="7235446" cy="707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70000"/>
              </a:lnSpc>
            </a:pPr>
            <a:endParaRPr lang="fr-FR" sz="1200">
              <a:solidFill>
                <a:srgbClr val="FFFFFF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7" name="TextBox 2 format margin gutterc">
            <a:extLst>
              <a:ext uri="{FF2B5EF4-FFF2-40B4-BE49-F238E27FC236}">
                <a16:creationId xmlns:a16="http://schemas.microsoft.com/office/drawing/2014/main" id="{CD6BDCBD-866E-6B4F-8A04-3689BE108620}"/>
              </a:ext>
            </a:extLst>
          </p:cNvPr>
          <p:cNvSpPr txBox="1"/>
          <p:nvPr userDrawn="1"/>
        </p:nvSpPr>
        <p:spPr>
          <a:xfrm>
            <a:off x="4876801" y="10824"/>
            <a:ext cx="6553200" cy="309563"/>
          </a:xfrm>
          <a:prstGeom prst="rect">
            <a:avLst/>
          </a:prstGeom>
          <a:noFill/>
        </p:spPr>
        <p:txBody>
          <a:bodyPr wrap="square" lIns="76200" tIns="76200" rIns="76200" bIns="76200" rtlCol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lang="fr-FR" sz="1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Expériences significatives</a:t>
            </a:r>
          </a:p>
        </p:txBody>
      </p:sp>
      <p:sp>
        <p:nvSpPr>
          <p:cNvPr id="31" name="Rectangle 3 format margin">
            <a:extLst>
              <a:ext uri="{FF2B5EF4-FFF2-40B4-BE49-F238E27FC236}">
                <a16:creationId xmlns:a16="http://schemas.microsoft.com/office/drawing/2014/main" id="{19DCBC0E-D634-F54F-97B8-A92F916EE8ED}"/>
              </a:ext>
            </a:extLst>
          </p:cNvPr>
          <p:cNvSpPr/>
          <p:nvPr userDrawn="1"/>
        </p:nvSpPr>
        <p:spPr>
          <a:xfrm>
            <a:off x="342800" y="0"/>
            <a:ext cx="43816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800"/>
          </a:p>
        </p:txBody>
      </p:sp>
      <p:pic>
        <p:nvPicPr>
          <p:cNvPr id="33" name="cover-ornament format margin gutterc">
            <a:extLst>
              <a:ext uri="{FF2B5EF4-FFF2-40B4-BE49-F238E27FC236}">
                <a16:creationId xmlns:a16="http://schemas.microsoft.com/office/drawing/2014/main" id="{B71834C8-3C80-7A4B-B135-E12F8C1C5E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454356"/>
            <a:ext cx="3333750" cy="3033713"/>
          </a:xfrm>
          <a:prstGeom prst="rect">
            <a:avLst/>
          </a:prstGeom>
        </p:spPr>
      </p:pic>
      <p:sp>
        <p:nvSpPr>
          <p:cNvPr id="16" name="Freeform 15 format margin gutterc">
            <a:extLst>
              <a:ext uri="{FF2B5EF4-FFF2-40B4-BE49-F238E27FC236}">
                <a16:creationId xmlns:a16="http://schemas.microsoft.com/office/drawing/2014/main" id="{54699E06-C768-2044-A4D6-BAC3EB713CE7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563077" y="1130300"/>
            <a:ext cx="2157046" cy="1752600"/>
          </a:xfrm>
          <a:custGeom>
            <a:avLst/>
            <a:gdLst>
              <a:gd name="connsiteX0" fmla="*/ 804863 w 1609725"/>
              <a:gd name="connsiteY0" fmla="*/ 0 h 1609725"/>
              <a:gd name="connsiteX1" fmla="*/ 1605571 w 1609725"/>
              <a:gd name="connsiteY1" fmla="*/ 722570 h 1609725"/>
              <a:gd name="connsiteX2" fmla="*/ 1609725 w 1609725"/>
              <a:gd name="connsiteY2" fmla="*/ 804844 h 1609725"/>
              <a:gd name="connsiteX3" fmla="*/ 1609725 w 1609725"/>
              <a:gd name="connsiteY3" fmla="*/ 804883 h 1609725"/>
              <a:gd name="connsiteX4" fmla="*/ 1605571 w 1609725"/>
              <a:gd name="connsiteY4" fmla="*/ 887156 h 1609725"/>
              <a:gd name="connsiteX5" fmla="*/ 887156 w 1609725"/>
              <a:gd name="connsiteY5" fmla="*/ 1605571 h 1609725"/>
              <a:gd name="connsiteX6" fmla="*/ 804883 w 1609725"/>
              <a:gd name="connsiteY6" fmla="*/ 1609725 h 1609725"/>
              <a:gd name="connsiteX7" fmla="*/ 804843 w 1609725"/>
              <a:gd name="connsiteY7" fmla="*/ 1609725 h 1609725"/>
              <a:gd name="connsiteX8" fmla="*/ 722570 w 1609725"/>
              <a:gd name="connsiteY8" fmla="*/ 1605571 h 1609725"/>
              <a:gd name="connsiteX9" fmla="*/ 0 w 1609725"/>
              <a:gd name="connsiteY9" fmla="*/ 804863 h 1609725"/>
              <a:gd name="connsiteX10" fmla="*/ 804863 w 1609725"/>
              <a:gd name="connsiteY10" fmla="*/ 0 h 1609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09725" h="1609725">
                <a:moveTo>
                  <a:pt x="804863" y="0"/>
                </a:moveTo>
                <a:cubicBezTo>
                  <a:pt x="1221595" y="0"/>
                  <a:pt x="1564354" y="316713"/>
                  <a:pt x="1605571" y="722570"/>
                </a:cubicBezTo>
                <a:lnTo>
                  <a:pt x="1609725" y="804844"/>
                </a:lnTo>
                <a:lnTo>
                  <a:pt x="1609725" y="804883"/>
                </a:lnTo>
                <a:lnTo>
                  <a:pt x="1605571" y="887156"/>
                </a:lnTo>
                <a:cubicBezTo>
                  <a:pt x="1567102" y="1265956"/>
                  <a:pt x="1265956" y="1567102"/>
                  <a:pt x="887156" y="1605571"/>
                </a:cubicBezTo>
                <a:lnTo>
                  <a:pt x="804883" y="1609725"/>
                </a:lnTo>
                <a:lnTo>
                  <a:pt x="804843" y="1609725"/>
                </a:lnTo>
                <a:lnTo>
                  <a:pt x="722570" y="1605571"/>
                </a:lnTo>
                <a:cubicBezTo>
                  <a:pt x="316713" y="1564354"/>
                  <a:pt x="0" y="1221595"/>
                  <a:pt x="0" y="804863"/>
                </a:cubicBezTo>
                <a:cubicBezTo>
                  <a:pt x="0" y="360349"/>
                  <a:pt x="360349" y="0"/>
                  <a:pt x="804863" y="0"/>
                </a:cubicBezTo>
                <a:close/>
              </a:path>
            </a:pathLst>
          </a:custGeom>
          <a:solidFill>
            <a:srgbClr val="FFFED6"/>
          </a:solidFill>
        </p:spPr>
        <p:txBody>
          <a:bodyPr wrap="square" lIns="0" tIns="43200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6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9" name="Content Placeholder 6 format margin gutterc">
            <a:extLst>
              <a:ext uri="{FF2B5EF4-FFF2-40B4-BE49-F238E27FC236}">
                <a16:creationId xmlns:a16="http://schemas.microsoft.com/office/drawing/2014/main" id="{BA92B959-A7D4-5F47-B4BA-331D99482BC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1" y="4148139"/>
            <a:ext cx="3810000" cy="3714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lang="en-US" sz="1200" b="1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defRPr lang="en-US" sz="1800" dirty="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defRPr lang="fr-FR" sz="1800" dirty="0">
                <a:solidFill>
                  <a:schemeClr val="lt1"/>
                </a:solidFill>
              </a:defRPr>
            </a:lvl5pPr>
          </a:lstStyle>
          <a:p>
            <a:pPr lvl="0" algn="ctr" defTabSz="914400"/>
            <a:r>
              <a:rPr lang="fr-FR"/>
              <a:t>Modifier les styles du texte du masque</a:t>
            </a:r>
          </a:p>
          <a:p>
            <a:pPr lvl="1" algn="ctr" defTabSz="914400"/>
            <a:r>
              <a:rPr lang="fr-FR"/>
              <a:t>Deuxième niveau</a:t>
            </a:r>
          </a:p>
          <a:p>
            <a:pPr lvl="2" algn="ctr" defTabSz="914400"/>
            <a:r>
              <a:rPr lang="fr-FR"/>
              <a:t>Troisième niveau</a:t>
            </a:r>
          </a:p>
          <a:p>
            <a:pPr lvl="3" algn="ctr" defTabSz="914400"/>
            <a:r>
              <a:rPr lang="fr-FR"/>
              <a:t>Quatrième niveau</a:t>
            </a:r>
          </a:p>
          <a:p>
            <a:pPr lvl="4" algn="ctr" defTabSz="914400"/>
            <a:r>
              <a:rPr lang="fr-FR"/>
              <a:t>Cinquième niveau</a:t>
            </a:r>
          </a:p>
        </p:txBody>
      </p:sp>
      <p:sp>
        <p:nvSpPr>
          <p:cNvPr id="25" name="Content Placeholder 6 format margin gutterc">
            <a:extLst>
              <a:ext uri="{FF2B5EF4-FFF2-40B4-BE49-F238E27FC236}">
                <a16:creationId xmlns:a16="http://schemas.microsoft.com/office/drawing/2014/main" id="{A62D0468-D860-A548-A221-FCA1783B5AC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62001" y="4767263"/>
            <a:ext cx="3810000" cy="14859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>
            <a:lvl1pPr algn="ctr">
              <a:lnSpc>
                <a:spcPct val="120000"/>
              </a:lnSpc>
              <a:defRPr lang="en-US" sz="1000" b="0" i="0" dirty="0">
                <a:solidFill>
                  <a:schemeClr val="bg1"/>
                </a:solidFill>
                <a:latin typeface="Arial Nova Condensed" panose="020B0506020202020204" pitchFamily="34" charset="0"/>
              </a:defRPr>
            </a:lvl1pPr>
            <a:lvl2pPr algn="ctr">
              <a:lnSpc>
                <a:spcPct val="120000"/>
              </a:lnSpc>
              <a:defRPr lang="en-US" sz="1000" b="0" i="0" dirty="0">
                <a:solidFill>
                  <a:schemeClr val="lt1"/>
                </a:solidFill>
              </a:defRPr>
            </a:lvl2pPr>
            <a:lvl3pPr algn="ctr">
              <a:lnSpc>
                <a:spcPct val="120000"/>
              </a:lnSpc>
              <a:defRPr lang="en-US" sz="1000" b="0" i="0" dirty="0">
                <a:solidFill>
                  <a:schemeClr val="lt1"/>
                </a:solidFill>
              </a:defRPr>
            </a:lvl3pPr>
            <a:lvl4pPr algn="ctr">
              <a:lnSpc>
                <a:spcPct val="120000"/>
              </a:lnSpc>
              <a:defRPr lang="en-US" sz="1000" b="0" i="0" dirty="0">
                <a:solidFill>
                  <a:schemeClr val="lt1"/>
                </a:solidFill>
              </a:defRPr>
            </a:lvl4pPr>
            <a:lvl5pPr algn="ctr">
              <a:lnSpc>
                <a:spcPct val="120000"/>
              </a:lnSpc>
              <a:defRPr lang="fr-FR" sz="1000" b="0" i="0" dirty="0">
                <a:solidFill>
                  <a:schemeClr val="lt1"/>
                </a:solidFill>
              </a:defRPr>
            </a:lvl5pPr>
          </a:lstStyle>
          <a:p>
            <a:pPr lvl="0" algn="ctr" defTabSz="914400"/>
            <a:r>
              <a:rPr lang="fr-FR"/>
              <a:t>Modifier les styles du texte du masque</a:t>
            </a:r>
          </a:p>
          <a:p>
            <a:pPr lvl="1" algn="ctr" defTabSz="914400"/>
            <a:r>
              <a:rPr lang="fr-FR"/>
              <a:t>Deuxième niveau</a:t>
            </a:r>
          </a:p>
          <a:p>
            <a:pPr lvl="2" algn="ctr" defTabSz="914400"/>
            <a:r>
              <a:rPr lang="fr-FR"/>
              <a:t>Troisième niveau</a:t>
            </a:r>
          </a:p>
          <a:p>
            <a:pPr lvl="3" algn="ctr" defTabSz="914400"/>
            <a:r>
              <a:rPr lang="fr-FR"/>
              <a:t>Quatrième niveau</a:t>
            </a:r>
          </a:p>
          <a:p>
            <a:pPr lvl="4" algn="ctr" defTabSz="914400"/>
            <a:r>
              <a:rPr lang="fr-FR"/>
              <a:t>Cinquième niveau</a:t>
            </a:r>
          </a:p>
        </p:txBody>
      </p:sp>
      <p:sp>
        <p:nvSpPr>
          <p:cNvPr id="2" name="Titre 1 format margin gutterc"/>
          <p:cNvSpPr>
            <a:spLocks noGrp="1"/>
          </p:cNvSpPr>
          <p:nvPr>
            <p:ph type="title" hasCustomPrompt="1"/>
          </p:nvPr>
        </p:nvSpPr>
        <p:spPr>
          <a:xfrm>
            <a:off x="762001" y="3529014"/>
            <a:ext cx="3810000" cy="619125"/>
          </a:xfrm>
        </p:spPr>
        <p:txBody>
          <a:bodyPr lIns="0" tIns="0" rIns="0" bIns="0" anchor="ctr">
            <a:normAutofit/>
          </a:bodyPr>
          <a:lstStyle>
            <a:lvl1pPr algn="ctr">
              <a:defRPr sz="1800" b="1" i="0">
                <a:solidFill>
                  <a:schemeClr val="bg1"/>
                </a:solidFill>
                <a:uFillTx/>
                <a:latin typeface="Arial Nova Condensed" panose="020B0506020202020204" pitchFamily="34" charset="0"/>
                <a:cs typeface="Arial Narrow"/>
              </a:defRPr>
            </a:lvl1pPr>
          </a:lstStyle>
          <a:p>
            <a:r>
              <a:rPr lang="fr-FR">
                <a:uFillTx/>
              </a:rPr>
              <a:t>Cliquez et modifiez le titre</a:t>
            </a:r>
          </a:p>
        </p:txBody>
      </p:sp>
      <p:sp>
        <p:nvSpPr>
          <p:cNvPr id="32" name="Text Placeholder 7 format margin gutterc">
            <a:extLst>
              <a:ext uri="{FF2B5EF4-FFF2-40B4-BE49-F238E27FC236}">
                <a16:creationId xmlns:a16="http://schemas.microsoft.com/office/drawing/2014/main" id="{6C0EB681-2BED-464C-8537-0F482E2987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76801" y="320387"/>
            <a:ext cx="6553200" cy="4446875"/>
          </a:xfrm>
        </p:spPr>
        <p:txBody>
          <a:bodyPr lIns="76200" tIns="76200" rIns="76200" bIns="76200" anchor="t">
            <a:normAutofit/>
          </a:bodyPr>
          <a:lstStyle>
            <a:lvl1pPr>
              <a:lnSpc>
                <a:spcPct val="120000"/>
              </a:lnSpc>
              <a:defRPr sz="900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1pPr>
            <a:lvl2pPr>
              <a:lnSpc>
                <a:spcPct val="120000"/>
              </a:lnSpc>
              <a:defRPr sz="900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2pPr>
            <a:lvl3pPr>
              <a:lnSpc>
                <a:spcPct val="120000"/>
              </a:lnSpc>
              <a:defRPr sz="900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3pPr>
            <a:lvl4pPr>
              <a:lnSpc>
                <a:spcPct val="120000"/>
              </a:lnSpc>
              <a:defRPr sz="900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4pPr>
            <a:lvl5pPr>
              <a:lnSpc>
                <a:spcPct val="120000"/>
              </a:lnSpc>
              <a:defRPr sz="900" b="0" i="0">
                <a:solidFill>
                  <a:schemeClr val="accent3"/>
                </a:solidFill>
                <a:latin typeface="Arial Nova Condensed" panose="020B0506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grpSp>
        <p:nvGrpSpPr>
          <p:cNvPr id="4" name="Group 3 format margin gutterc">
            <a:extLst>
              <a:ext uri="{FF2B5EF4-FFF2-40B4-BE49-F238E27FC236}">
                <a16:creationId xmlns:a16="http://schemas.microsoft.com/office/drawing/2014/main" id="{263264AB-1798-734E-B2B0-B1C839EC105D}"/>
              </a:ext>
            </a:extLst>
          </p:cNvPr>
          <p:cNvGrpSpPr/>
          <p:nvPr userDrawn="1"/>
        </p:nvGrpSpPr>
        <p:grpSpPr>
          <a:xfrm>
            <a:off x="4876794" y="5777571"/>
            <a:ext cx="7235446" cy="309564"/>
            <a:chOff x="3962400" y="309563"/>
            <a:chExt cx="1609725" cy="309564"/>
          </a:xfrm>
        </p:grpSpPr>
        <p:sp>
          <p:nvSpPr>
            <p:cNvPr id="22" name="Rectangle 1 format margin gutterc">
              <a:extLst>
                <a:ext uri="{FF2B5EF4-FFF2-40B4-BE49-F238E27FC236}">
                  <a16:creationId xmlns:a16="http://schemas.microsoft.com/office/drawing/2014/main" id="{61F61A3B-5E69-6442-8896-FB160394E819}"/>
                </a:ext>
              </a:extLst>
            </p:cNvPr>
            <p:cNvSpPr/>
            <p:nvPr userDrawn="1"/>
          </p:nvSpPr>
          <p:spPr>
            <a:xfrm>
              <a:off x="3962400" y="309564"/>
              <a:ext cx="1609725" cy="30956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fr-FR" sz="1800" b="1">
                <a:latin typeface="Arial Nova Condensed" panose="020B0506020202020204" pitchFamily="34" charset="0"/>
              </a:endParaRPr>
            </a:p>
          </p:txBody>
        </p:sp>
        <p:sp>
          <p:nvSpPr>
            <p:cNvPr id="3" name="TextBox 2 format margin gutterc">
              <a:extLst>
                <a:ext uri="{FF2B5EF4-FFF2-40B4-BE49-F238E27FC236}">
                  <a16:creationId xmlns:a16="http://schemas.microsoft.com/office/drawing/2014/main" id="{00C9EC7A-4A5F-4C4C-A5EE-BD7ED5C7F3F8}"/>
                </a:ext>
              </a:extLst>
            </p:cNvPr>
            <p:cNvSpPr txBox="1"/>
            <p:nvPr userDrawn="1"/>
          </p:nvSpPr>
          <p:spPr>
            <a:xfrm>
              <a:off x="3962400" y="309563"/>
              <a:ext cx="1609725" cy="3095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fr-FR" sz="1000" b="1" i="0">
                  <a:solidFill>
                    <a:schemeClr val="bg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Compétences</a:t>
              </a:r>
              <a:r>
                <a:rPr lang="fr-FR" sz="1000" b="1" i="0">
                  <a:solidFill>
                    <a:schemeClr val="bg2"/>
                  </a:solidFill>
                  <a:latin typeface="Arial Nova Condensed" panose="020B0506020202020204" pitchFamily="34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9484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101.xml"/><Relationship Id="rId18" Type="http://schemas.openxmlformats.org/officeDocument/2006/relationships/slideLayout" Target="../slideLayouts/slideLayout106.xml"/><Relationship Id="rId26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91.xml"/><Relationship Id="rId21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5.xml"/><Relationship Id="rId25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104.xml"/><Relationship Id="rId20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24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93.xml"/><Relationship Id="rId15" Type="http://schemas.openxmlformats.org/officeDocument/2006/relationships/slideLayout" Target="../slideLayouts/slideLayout103.xml"/><Relationship Id="rId23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98.xml"/><Relationship Id="rId19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102.xml"/><Relationship Id="rId22" Type="http://schemas.openxmlformats.org/officeDocument/2006/relationships/slideLayout" Target="../slideLayouts/slideLayout110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 format margin gutterc"/>
          <p:cNvSpPr>
            <a:spLocks noGrp="1"/>
          </p:cNvSpPr>
          <p:nvPr>
            <p:ph type="title"/>
          </p:nvPr>
        </p:nvSpPr>
        <p:spPr>
          <a:xfrm>
            <a:off x="762000" y="185739"/>
            <a:ext cx="10668000" cy="866775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 format margin gutterc"/>
          <p:cNvSpPr>
            <a:spLocks noGrp="1"/>
          </p:cNvSpPr>
          <p:nvPr>
            <p:ph type="body" idx="1"/>
          </p:nvPr>
        </p:nvSpPr>
        <p:spPr>
          <a:xfrm>
            <a:off x="762000" y="1557338"/>
            <a:ext cx="10668000" cy="46799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Slide Number Placeholder 8 format margin gutterc">
            <a:extLst>
              <a:ext uri="{FF2B5EF4-FFF2-40B4-BE49-F238E27FC236}">
                <a16:creationId xmlns:a16="http://schemas.microsoft.com/office/drawing/2014/main" id="{55B9EBEB-647D-6B48-B5D8-69F5772EDF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599" y="6445250"/>
            <a:ext cx="609600" cy="185738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1108" b="0" i="0">
                <a:solidFill>
                  <a:schemeClr val="tx2"/>
                </a:solidFill>
                <a:latin typeface="Arial Nova Condensed Light" panose="020B0306020202020204" pitchFamily="34" charset="0"/>
              </a:defRPr>
            </a:lvl1pPr>
          </a:lstStyle>
          <a:p>
            <a:fld id="{3650C051-3314-D242-AAEB-C050DF6D9FA4}" type="slidenum">
              <a:rPr lang="fr-FR" smtClean="0">
                <a:solidFill>
                  <a:srgbClr val="00313F"/>
                </a:solidFill>
              </a:rPr>
              <a:pPr/>
              <a:t>‹N°›</a:t>
            </a:fld>
            <a:endParaRPr lang="fr-FR">
              <a:solidFill>
                <a:srgbClr val="0031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443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</p:sldLayoutIdLst>
  <p:hf sldNum="0" hdr="0" ftr="0" dt="0"/>
  <p:txStyles>
    <p:titleStyle>
      <a:lvl1pPr algn="ctr" defTabSz="1283793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lang="fr-FR" sz="2954" b="1" kern="0" baseline="0" dirty="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283793" rtl="0" eaLnBrk="1" fontAlgn="base" latinLnBrk="0" hangingPunct="1">
        <a:lnSpc>
          <a:spcPct val="150000"/>
        </a:lnSpc>
        <a:spcBef>
          <a:spcPts val="1477"/>
        </a:spcBef>
        <a:spcAft>
          <a:spcPct val="0"/>
        </a:spcAft>
        <a:buFont typeface="Arial" pitchFamily="34" charset="0"/>
        <a:buNone/>
        <a:defRPr lang="fr-FR" sz="1231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224699" indent="-218836" algn="l" defTabSz="1283793" rtl="0" eaLnBrk="1" fontAlgn="base" latinLnBrk="0" hangingPunct="1">
        <a:lnSpc>
          <a:spcPct val="150000"/>
        </a:lnSpc>
        <a:spcBef>
          <a:spcPts val="369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§"/>
        <a:tabLst/>
        <a:defRPr lang="fr-FR" sz="1231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660417" indent="-218836" algn="l" defTabSz="1283793" rtl="0" eaLnBrk="1" fontAlgn="base" latinLnBrk="0" hangingPunct="1">
        <a:lnSpc>
          <a:spcPct val="150000"/>
        </a:lnSpc>
        <a:spcBef>
          <a:spcPts val="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§"/>
        <a:tabLst/>
        <a:defRPr lang="fr-FR" sz="1231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96136" indent="-216883" algn="l" defTabSz="1283793" rtl="0" eaLnBrk="1" fontAlgn="base" latinLnBrk="0" hangingPunct="1">
        <a:lnSpc>
          <a:spcPct val="150000"/>
        </a:lnSpc>
        <a:spcBef>
          <a:spcPts val="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§"/>
        <a:tabLst/>
        <a:defRPr lang="fr-FR" sz="1231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531854" indent="-218836" algn="l" defTabSz="1283793" rtl="0" eaLnBrk="1" latinLnBrk="0" hangingPunct="1">
        <a:lnSpc>
          <a:spcPct val="150000"/>
        </a:lnSpc>
        <a:spcBef>
          <a:spcPts val="0"/>
        </a:spcBef>
        <a:buClr>
          <a:schemeClr val="accent1"/>
        </a:buClr>
        <a:buFont typeface="Wingdings" pitchFamily="2" charset="2"/>
        <a:buChar char="§"/>
        <a:tabLst/>
        <a:defRPr sz="1231" kern="1200">
          <a:solidFill>
            <a:schemeClr val="tx1"/>
          </a:solidFill>
          <a:latin typeface="+mn-lt"/>
          <a:ea typeface="+mn-ea"/>
          <a:cs typeface="+mn-cs"/>
        </a:defRPr>
      </a:lvl5pPr>
      <a:lvl6pPr marL="3530432" indent="-320948" algn="l" defTabSz="1283793" rtl="0" eaLnBrk="1" latinLnBrk="0" hangingPunct="1">
        <a:spcBef>
          <a:spcPct val="20000"/>
        </a:spcBef>
        <a:buFont typeface="Arial" pitchFamily="34" charset="0"/>
        <a:buChar char="•"/>
        <a:defRPr sz="2831" kern="1200">
          <a:solidFill>
            <a:schemeClr val="tx1"/>
          </a:solidFill>
          <a:latin typeface="+mn-lt"/>
          <a:ea typeface="+mn-ea"/>
          <a:cs typeface="+mn-cs"/>
        </a:defRPr>
      </a:lvl6pPr>
      <a:lvl7pPr marL="4172328" indent="-320948" algn="l" defTabSz="1283793" rtl="0" eaLnBrk="1" latinLnBrk="0" hangingPunct="1">
        <a:spcBef>
          <a:spcPct val="20000"/>
        </a:spcBef>
        <a:buFont typeface="Arial" pitchFamily="34" charset="0"/>
        <a:buChar char="•"/>
        <a:defRPr sz="2831" kern="1200">
          <a:solidFill>
            <a:schemeClr val="tx1"/>
          </a:solidFill>
          <a:latin typeface="+mn-lt"/>
          <a:ea typeface="+mn-ea"/>
          <a:cs typeface="+mn-cs"/>
        </a:defRPr>
      </a:lvl7pPr>
      <a:lvl8pPr marL="4814225" indent="-320948" algn="l" defTabSz="1283793" rtl="0" eaLnBrk="1" latinLnBrk="0" hangingPunct="1">
        <a:spcBef>
          <a:spcPct val="20000"/>
        </a:spcBef>
        <a:buFont typeface="Arial" pitchFamily="34" charset="0"/>
        <a:buChar char="•"/>
        <a:defRPr sz="2831" kern="1200">
          <a:solidFill>
            <a:schemeClr val="tx1"/>
          </a:solidFill>
          <a:latin typeface="+mn-lt"/>
          <a:ea typeface="+mn-ea"/>
          <a:cs typeface="+mn-cs"/>
        </a:defRPr>
      </a:lvl8pPr>
      <a:lvl9pPr marL="5456122" indent="-320948" algn="l" defTabSz="1283793" rtl="0" eaLnBrk="1" latinLnBrk="0" hangingPunct="1">
        <a:spcBef>
          <a:spcPct val="20000"/>
        </a:spcBef>
        <a:buFont typeface="Arial" pitchFamily="34" charset="0"/>
        <a:buChar char="•"/>
        <a:defRPr sz="28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83793" rtl="0" eaLnBrk="1" latinLnBrk="0" hangingPunct="1">
        <a:defRPr sz="2585" kern="1200">
          <a:solidFill>
            <a:schemeClr val="tx1"/>
          </a:solidFill>
          <a:latin typeface="+mn-lt"/>
          <a:ea typeface="+mn-ea"/>
          <a:cs typeface="+mn-cs"/>
        </a:defRPr>
      </a:lvl1pPr>
      <a:lvl2pPr marL="641897" algn="l" defTabSz="1283793" rtl="0" eaLnBrk="1" latinLnBrk="0" hangingPunct="1">
        <a:defRPr sz="2585" kern="1200">
          <a:solidFill>
            <a:schemeClr val="tx1"/>
          </a:solidFill>
          <a:latin typeface="+mn-lt"/>
          <a:ea typeface="+mn-ea"/>
          <a:cs typeface="+mn-cs"/>
        </a:defRPr>
      </a:lvl2pPr>
      <a:lvl3pPr marL="1283793" algn="l" defTabSz="1283793" rtl="0" eaLnBrk="1" latinLnBrk="0" hangingPunct="1">
        <a:defRPr sz="2585" kern="1200">
          <a:solidFill>
            <a:schemeClr val="tx1"/>
          </a:solidFill>
          <a:latin typeface="+mn-lt"/>
          <a:ea typeface="+mn-ea"/>
          <a:cs typeface="+mn-cs"/>
        </a:defRPr>
      </a:lvl3pPr>
      <a:lvl4pPr marL="1925690" algn="l" defTabSz="1283793" rtl="0" eaLnBrk="1" latinLnBrk="0" hangingPunct="1">
        <a:defRPr sz="2585" kern="1200">
          <a:solidFill>
            <a:schemeClr val="tx1"/>
          </a:solidFill>
          <a:latin typeface="+mn-lt"/>
          <a:ea typeface="+mn-ea"/>
          <a:cs typeface="+mn-cs"/>
        </a:defRPr>
      </a:lvl4pPr>
      <a:lvl5pPr marL="2567587" algn="l" defTabSz="1283793" rtl="0" eaLnBrk="1" latinLnBrk="0" hangingPunct="1">
        <a:defRPr sz="2585" kern="1200">
          <a:solidFill>
            <a:schemeClr val="tx1"/>
          </a:solidFill>
          <a:latin typeface="+mn-lt"/>
          <a:ea typeface="+mn-ea"/>
          <a:cs typeface="+mn-cs"/>
        </a:defRPr>
      </a:lvl5pPr>
      <a:lvl6pPr marL="3209483" algn="l" defTabSz="1283793" rtl="0" eaLnBrk="1" latinLnBrk="0" hangingPunct="1">
        <a:defRPr sz="2585" kern="1200">
          <a:solidFill>
            <a:schemeClr val="tx1"/>
          </a:solidFill>
          <a:latin typeface="+mn-lt"/>
          <a:ea typeface="+mn-ea"/>
          <a:cs typeface="+mn-cs"/>
        </a:defRPr>
      </a:lvl6pPr>
      <a:lvl7pPr marL="3851380" algn="l" defTabSz="1283793" rtl="0" eaLnBrk="1" latinLnBrk="0" hangingPunct="1">
        <a:defRPr sz="2585" kern="1200">
          <a:solidFill>
            <a:schemeClr val="tx1"/>
          </a:solidFill>
          <a:latin typeface="+mn-lt"/>
          <a:ea typeface="+mn-ea"/>
          <a:cs typeface="+mn-cs"/>
        </a:defRPr>
      </a:lvl7pPr>
      <a:lvl8pPr marL="4493277" algn="l" defTabSz="1283793" rtl="0" eaLnBrk="1" latinLnBrk="0" hangingPunct="1">
        <a:defRPr sz="2585" kern="1200">
          <a:solidFill>
            <a:schemeClr val="tx1"/>
          </a:solidFill>
          <a:latin typeface="+mn-lt"/>
          <a:ea typeface="+mn-ea"/>
          <a:cs typeface="+mn-cs"/>
        </a:defRPr>
      </a:lvl8pPr>
      <a:lvl9pPr marL="5135173" algn="l" defTabSz="1283793" rtl="0" eaLnBrk="1" latinLnBrk="0" hangingPunct="1">
        <a:defRPr sz="25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1570">
          <p15:clr>
            <a:srgbClr val="F26B43"/>
          </p15:clr>
        </p15:guide>
        <p15:guide id="4" orient="horz" pos="2750">
          <p15:clr>
            <a:srgbClr val="F26B43"/>
          </p15:clr>
        </p15:guide>
        <p15:guide id="5" orient="horz" pos="391">
          <p15:clr>
            <a:srgbClr val="F26B43"/>
          </p15:clr>
        </p15:guide>
        <p15:guide id="6" orient="horz" pos="981">
          <p15:clr>
            <a:srgbClr val="F26B43"/>
          </p15:clr>
        </p15:guide>
        <p15:guide id="7" orient="horz" pos="3339">
          <p15:clr>
            <a:srgbClr val="F26B43"/>
          </p15:clr>
        </p15:guide>
        <p15:guide id="8" orient="horz" pos="392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 format margin gutterc"/>
          <p:cNvSpPr>
            <a:spLocks noGrp="1"/>
          </p:cNvSpPr>
          <p:nvPr>
            <p:ph type="title"/>
          </p:nvPr>
        </p:nvSpPr>
        <p:spPr>
          <a:xfrm>
            <a:off x="762000" y="185739"/>
            <a:ext cx="10668000" cy="866775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 format margin gutterc"/>
          <p:cNvSpPr>
            <a:spLocks noGrp="1"/>
          </p:cNvSpPr>
          <p:nvPr>
            <p:ph type="body" idx="1"/>
          </p:nvPr>
        </p:nvSpPr>
        <p:spPr>
          <a:xfrm>
            <a:off x="762000" y="1557338"/>
            <a:ext cx="10668000" cy="46799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Slide Number Placeholder 8 format margin gutterc">
            <a:extLst>
              <a:ext uri="{FF2B5EF4-FFF2-40B4-BE49-F238E27FC236}">
                <a16:creationId xmlns:a16="http://schemas.microsoft.com/office/drawing/2014/main" id="{55B9EBEB-647D-6B48-B5D8-69F5772EDF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599" y="6445250"/>
            <a:ext cx="609600" cy="185738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 b="0" i="0">
                <a:solidFill>
                  <a:schemeClr val="tx2"/>
                </a:solidFill>
                <a:latin typeface="Arial Nova Condensed Light" panose="020B0306020202020204" pitchFamily="34" charset="0"/>
              </a:defRPr>
            </a:lvl1pPr>
          </a:lstStyle>
          <a:p>
            <a:fld id="{3650C051-3314-D242-AAEB-C050DF6D9FA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365846C-8202-BD31-CAB6-5D6AE09ECCC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21799" y="6515100"/>
            <a:ext cx="78349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78D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C1 - Interne</a:t>
            </a:r>
          </a:p>
        </p:txBody>
      </p:sp>
    </p:spTree>
    <p:extLst>
      <p:ext uri="{BB962C8B-B14F-4D97-AF65-F5344CB8AC3E}">
        <p14:creationId xmlns:p14="http://schemas.microsoft.com/office/powerpoint/2010/main" val="202202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  <p:sldLayoutId id="2147483767" r:id="rId18"/>
    <p:sldLayoutId id="2147483768" r:id="rId19"/>
    <p:sldLayoutId id="2147483769" r:id="rId20"/>
    <p:sldLayoutId id="2147483770" r:id="rId21"/>
    <p:sldLayoutId id="2147483771" r:id="rId22"/>
    <p:sldLayoutId id="2147483772" r:id="rId23"/>
    <p:sldLayoutId id="2147483773" r:id="rId24"/>
    <p:sldLayoutId id="2147483774" r:id="rId25"/>
    <p:sldLayoutId id="2147483775" r:id="rId26"/>
  </p:sldLayoutIdLst>
  <p:hf hdr="0" ftr="0" dt="0"/>
  <p:txStyles>
    <p:titleStyle>
      <a:lvl1pPr algn="ctr" defTabSz="1043056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lang="fr-FR" sz="2400" b="1" kern="0" baseline="0" dirty="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043056" rtl="0" eaLnBrk="1" fontAlgn="base" latinLnBrk="0" hangingPunct="1">
        <a:lnSpc>
          <a:spcPct val="150000"/>
        </a:lnSpc>
        <a:spcBef>
          <a:spcPts val="1200"/>
        </a:spcBef>
        <a:spcAft>
          <a:spcPct val="0"/>
        </a:spcAft>
        <a:buFont typeface="Arial" pitchFamily="34" charset="0"/>
        <a:buNone/>
        <a:defRPr lang="fr-FR" sz="10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7800" algn="l" defTabSz="1043056" rtl="0" eaLnBrk="1" fontAlgn="base" latinLnBrk="0" hangingPunct="1">
        <a:lnSpc>
          <a:spcPct val="150000"/>
        </a:lnSpc>
        <a:spcBef>
          <a:spcPts val="3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§"/>
        <a:tabLst/>
        <a:defRPr lang="fr-FR" sz="10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177800" algn="l" defTabSz="1043056" rtl="0" eaLnBrk="1" fontAlgn="base" latinLnBrk="0" hangingPunct="1">
        <a:lnSpc>
          <a:spcPct val="150000"/>
        </a:lnSpc>
        <a:spcBef>
          <a:spcPts val="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§"/>
        <a:tabLst/>
        <a:defRPr lang="fr-FR" sz="10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890588" indent="-176213" algn="l" defTabSz="1043056" rtl="0" eaLnBrk="1" fontAlgn="base" latinLnBrk="0" hangingPunct="1">
        <a:lnSpc>
          <a:spcPct val="150000"/>
        </a:lnSpc>
        <a:spcBef>
          <a:spcPts val="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§"/>
        <a:tabLst/>
        <a:defRPr lang="fr-FR" sz="10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244600" indent="-177800" algn="l" defTabSz="1043056" rtl="0" eaLnBrk="1" latinLnBrk="0" hangingPunct="1">
        <a:lnSpc>
          <a:spcPct val="150000"/>
        </a:lnSpc>
        <a:spcBef>
          <a:spcPts val="0"/>
        </a:spcBef>
        <a:buClr>
          <a:schemeClr val="accent1"/>
        </a:buClr>
        <a:buFont typeface="Wingdings" pitchFamily="2" charset="2"/>
        <a:buChar char="§"/>
        <a:tabLst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868404" indent="-260764" algn="l" defTabSz="104305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32" indent="-260764" algn="l" defTabSz="104305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460" indent="-260764" algn="l" defTabSz="104305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988" indent="-260764" algn="l" defTabSz="104305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28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56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584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12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40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168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696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24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  <p15:guide id="3" orient="horz" pos="1570">
          <p15:clr>
            <a:srgbClr val="F26B43"/>
          </p15:clr>
        </p15:guide>
        <p15:guide id="4" orient="horz" pos="2750">
          <p15:clr>
            <a:srgbClr val="F26B43"/>
          </p15:clr>
        </p15:guide>
        <p15:guide id="5" orient="horz" pos="391">
          <p15:clr>
            <a:srgbClr val="F26B43"/>
          </p15:clr>
        </p15:guide>
        <p15:guide id="6" orient="horz" pos="981">
          <p15:clr>
            <a:srgbClr val="F26B43"/>
          </p15:clr>
        </p15:guide>
        <p15:guide id="7" orient="horz" pos="3339">
          <p15:clr>
            <a:srgbClr val="F26B43"/>
          </p15:clr>
        </p15:guide>
        <p15:guide id="8" orient="horz" pos="392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FB51EC-E092-9946-BDCD-28643501B74B}"/>
              </a:ext>
            </a:extLst>
          </p:cNvPr>
          <p:cNvSpPr/>
          <p:nvPr/>
        </p:nvSpPr>
        <p:spPr>
          <a:xfrm>
            <a:off x="240919" y="-11270"/>
            <a:ext cx="4358457" cy="6869270"/>
          </a:xfrm>
          <a:prstGeom prst="rect">
            <a:avLst/>
          </a:prstGeom>
          <a:solidFill>
            <a:srgbClr val="00313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3359EE0-62B5-FE22-3556-611196CD9D22}"/>
              </a:ext>
            </a:extLst>
          </p:cNvPr>
          <p:cNvSpPr txBox="1"/>
          <p:nvPr/>
        </p:nvSpPr>
        <p:spPr>
          <a:xfrm>
            <a:off x="406133" y="3077068"/>
            <a:ext cx="4178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rial Nova Condensed" panose="020B0506020202020204"/>
              </a:rPr>
              <a:t>{d. nom_consultant}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Condensed" panose="020B0506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rial Nova Condensed" panose="020B0506020202020204"/>
              </a:rPr>
              <a:t>{d. grade_experience}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3396878D-A0D0-6F97-A195-BEFD5EAAE5BF}"/>
              </a:ext>
            </a:extLst>
          </p:cNvPr>
          <p:cNvCxnSpPr>
            <a:cxnSpLocks/>
          </p:cNvCxnSpPr>
          <p:nvPr/>
        </p:nvCxnSpPr>
        <p:spPr>
          <a:xfrm>
            <a:off x="4352087" y="926290"/>
            <a:ext cx="1151616" cy="0"/>
          </a:xfrm>
          <a:prstGeom prst="line">
            <a:avLst/>
          </a:prstGeom>
          <a:noFill/>
          <a:ln w="28575" cap="flat" cmpd="sng" algn="ctr">
            <a:solidFill>
              <a:srgbClr val="00313F"/>
            </a:solidFill>
            <a:prstDash val="solid"/>
            <a:miter lim="800000"/>
          </a:ln>
          <a:effectLst/>
        </p:spPr>
      </p:cxn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FC377FC5-B9B9-14B6-2591-2C3C27ADC003}"/>
              </a:ext>
            </a:extLst>
          </p:cNvPr>
          <p:cNvSpPr/>
          <p:nvPr/>
        </p:nvSpPr>
        <p:spPr>
          <a:xfrm>
            <a:off x="5050996" y="778438"/>
            <a:ext cx="7043573" cy="295704"/>
          </a:xfrm>
          <a:prstGeom prst="roundRect">
            <a:avLst/>
          </a:prstGeom>
          <a:solidFill>
            <a:srgbClr val="00313F"/>
          </a:solidFill>
          <a:ln w="12700" cap="flat" cmpd="sng" algn="ctr">
            <a:solidFill>
              <a:srgbClr val="00313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Expériences significatives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A305531-55C8-DD01-09A3-64108DFE7064}"/>
              </a:ext>
            </a:extLst>
          </p:cNvPr>
          <p:cNvSpPr txBox="1"/>
          <p:nvPr/>
        </p:nvSpPr>
        <p:spPr>
          <a:xfrm>
            <a:off x="4835526" y="443895"/>
            <a:ext cx="72002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tabLst/>
              <a:defRPr/>
            </a:pP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rgbClr val="00313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{d. formation}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77661FF-094C-E029-5DAE-F54B3D9FBE63}"/>
              </a:ext>
            </a:extLst>
          </p:cNvPr>
          <p:cNvCxnSpPr>
            <a:cxnSpLocks/>
          </p:cNvCxnSpPr>
          <p:nvPr/>
        </p:nvCxnSpPr>
        <p:spPr>
          <a:xfrm>
            <a:off x="4318636" y="246016"/>
            <a:ext cx="1151616" cy="0"/>
          </a:xfrm>
          <a:prstGeom prst="line">
            <a:avLst/>
          </a:prstGeom>
          <a:noFill/>
          <a:ln w="28575" cap="flat" cmpd="sng" algn="ctr">
            <a:solidFill>
              <a:srgbClr val="00313F"/>
            </a:solidFill>
            <a:prstDash val="solid"/>
            <a:miter lim="800000"/>
          </a:ln>
          <a:effectLst/>
        </p:spPr>
      </p:cxn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E4E42A56-41BB-7F61-1E70-F59B071348E0}"/>
              </a:ext>
            </a:extLst>
          </p:cNvPr>
          <p:cNvSpPr/>
          <p:nvPr/>
        </p:nvSpPr>
        <p:spPr>
          <a:xfrm>
            <a:off x="5050996" y="98164"/>
            <a:ext cx="7043573" cy="295704"/>
          </a:xfrm>
          <a:prstGeom prst="roundRect">
            <a:avLst/>
          </a:prstGeom>
          <a:solidFill>
            <a:srgbClr val="00313F"/>
          </a:solidFill>
          <a:ln w="12700" cap="flat" cmpd="sng" algn="ctr">
            <a:solidFill>
              <a:srgbClr val="00313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Formations</a:t>
            </a:r>
          </a:p>
        </p:txBody>
      </p:sp>
      <p:pic>
        <p:nvPicPr>
          <p:cNvPr id="9" name="cover-ornament format margin gutterc">
            <a:extLst>
              <a:ext uri="{FF2B5EF4-FFF2-40B4-BE49-F238E27FC236}">
                <a16:creationId xmlns:a16="http://schemas.microsoft.com/office/drawing/2014/main" id="{95B9CDA1-789B-90A3-9C11-02B1B399B1C4}"/>
              </a:ext>
            </a:extLst>
          </p:cNvPr>
          <p:cNvPicPr>
            <a:picLocks noChangeAspect="1"/>
          </p:cNvPicPr>
          <p:nvPr/>
        </p:nvPicPr>
        <p:blipFill>
          <a:blip cstate="print">
            <a:alphaModFix amt="2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8788" y="24754"/>
            <a:ext cx="2708672" cy="3033713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1F173F2-3D4A-CCA6-AB4F-B5EC8788F269}"/>
              </a:ext>
            </a:extLst>
          </p:cNvPr>
          <p:cNvSpPr txBox="1"/>
          <p:nvPr/>
        </p:nvSpPr>
        <p:spPr>
          <a:xfrm>
            <a:off x="4835526" y="1156173"/>
            <a:ext cx="728029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Tx/>
              <a:buNone/>
              <a:tabLst/>
              <a:defRPr/>
            </a:pPr>
            <a:r>
              <a:rPr kumimoji="0" lang="fr-FR" sz="950" b="1" i="0" u="none" strike="noStrike" kern="1200" cap="none" spc="0" normalizeH="0" baseline="0" noProof="0" dirty="0">
                <a:ln>
                  <a:noFill/>
                </a:ln>
                <a:solidFill>
                  <a:srgbClr val="009ECB"/>
                </a:solidFill>
                <a:effectLst/>
                <a:uLnTx/>
                <a:uFillTx/>
                <a:latin typeface="Arial Nova Condensed" panose="020B0506020202020204"/>
              </a:rPr>
              <a:t>{d. domaine}</a:t>
            </a:r>
          </a:p>
          <a:p>
            <a:pPr marR="0" lvl="0" algn="just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tabLst/>
              <a:defRPr/>
            </a:pPr>
            <a:r>
              <a:rPr kumimoji="0" lang="fr-FR" sz="950" b="1" i="0" strike="noStrike" kern="1200" cap="none" spc="0" normalizeH="0" baseline="0" noProof="0" dirty="0">
                <a:ln>
                  <a:noFill/>
                </a:ln>
                <a:solidFill>
                  <a:srgbClr val="00313F"/>
                </a:solidFill>
                <a:effectLst/>
                <a:uLnTx/>
                <a:uFillTx/>
                <a:latin typeface="Arial Nova Condensed" panose="020B0506020202020204"/>
              </a:rPr>
              <a:t>{d. mission}</a:t>
            </a:r>
          </a:p>
          <a:p>
            <a:pPr marL="615465" lvl="1" indent="-158265" algn="just" defTabSz="844083">
              <a:buClr>
                <a:srgbClr val="ED7D31"/>
              </a:buClr>
              <a:buFont typeface="Wingdings" panose="05000000000000000000" pitchFamily="2" charset="2"/>
              <a:buChar char="§"/>
              <a:defRPr/>
            </a:pPr>
            <a:r>
              <a:rPr lang="fr-FR" sz="950" dirty="0">
                <a:solidFill>
                  <a:srgbClr val="00313F"/>
                </a:solidFill>
                <a:latin typeface="Arial Nova Condensed" panose="020B0506020202020204"/>
              </a:rPr>
              <a:t>{d. </a:t>
            </a:r>
            <a:r>
              <a:rPr lang="fr-FR" sz="950" dirty="0" err="1">
                <a:solidFill>
                  <a:srgbClr val="00313F"/>
                </a:solidFill>
                <a:latin typeface="Arial Nova Condensed" panose="020B0506020202020204"/>
              </a:rPr>
              <a:t>realisation</a:t>
            </a:r>
            <a:r>
              <a:rPr lang="fr-FR" sz="950" dirty="0">
                <a:solidFill>
                  <a:srgbClr val="00313F"/>
                </a:solidFill>
                <a:latin typeface="Arial Nova Condensed" panose="020B0506020202020204"/>
              </a:rPr>
              <a:t>}</a:t>
            </a:r>
          </a:p>
          <a:p>
            <a:pPr lvl="1" algn="just" defTabSz="844083">
              <a:buClr>
                <a:srgbClr val="ED7D31"/>
              </a:buClr>
              <a:defRPr/>
            </a:pPr>
            <a:endParaRPr lang="fr-FR" sz="950" dirty="0">
              <a:solidFill>
                <a:srgbClr val="00313F"/>
              </a:solidFill>
              <a:latin typeface="Arial Nova Condensed" panose="020B0506020202020204"/>
            </a:endParaRPr>
          </a:p>
        </p:txBody>
      </p:sp>
      <p:sp>
        <p:nvSpPr>
          <p:cNvPr id="34" name="ZoneTexte 15">
            <a:extLst>
              <a:ext uri="{FF2B5EF4-FFF2-40B4-BE49-F238E27FC236}">
                <a16:creationId xmlns:a16="http://schemas.microsoft.com/office/drawing/2014/main" id="{AE5FD468-E779-E8D9-8092-CF49F6058454}"/>
              </a:ext>
            </a:extLst>
          </p:cNvPr>
          <p:cNvSpPr txBox="1"/>
          <p:nvPr/>
        </p:nvSpPr>
        <p:spPr>
          <a:xfrm>
            <a:off x="440154" y="5198793"/>
            <a:ext cx="3965011" cy="246221"/>
          </a:xfrm>
          <a:prstGeom prst="rect">
            <a:avLst/>
          </a:prstGeom>
          <a:noFill/>
          <a:ln>
            <a:solidFill>
              <a:srgbClr val="335A65"/>
            </a:solidFill>
          </a:ln>
        </p:spPr>
        <p:txBody>
          <a:bodyPr wrap="square" rtlCol="0">
            <a:spAutoFit/>
          </a:bodyPr>
          <a:lstStyle/>
          <a:p>
            <a:pPr marL="857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ensed" panose="020B0506020202020204"/>
                <a:ea typeface="+mn-ea"/>
                <a:cs typeface="+mn-cs"/>
              </a:rPr>
              <a:t>Compétences</a:t>
            </a:r>
          </a:p>
        </p:txBody>
      </p:sp>
      <p:sp>
        <p:nvSpPr>
          <p:cNvPr id="35" name="Espace réservé du texte 16">
            <a:extLst>
              <a:ext uri="{FF2B5EF4-FFF2-40B4-BE49-F238E27FC236}">
                <a16:creationId xmlns:a16="http://schemas.microsoft.com/office/drawing/2014/main" id="{23DB47AB-84DC-7C34-5BB1-645647138161}"/>
              </a:ext>
            </a:extLst>
          </p:cNvPr>
          <p:cNvSpPr txBox="1">
            <a:spLocks/>
          </p:cNvSpPr>
          <p:nvPr/>
        </p:nvSpPr>
        <p:spPr>
          <a:xfrm>
            <a:off x="1821781" y="5518572"/>
            <a:ext cx="1211623" cy="401578"/>
          </a:xfrm>
          <a:prstGeom prst="rect">
            <a:avLst/>
          </a:prstGeom>
          <a:solidFill>
            <a:srgbClr val="335A65"/>
          </a:solidFill>
          <a:ln w="50800" cap="rnd" cmpd="sng">
            <a:noFill/>
            <a:bevel/>
          </a:ln>
          <a:effectLst/>
        </p:spPr>
        <p:txBody>
          <a:bodyPr wrap="square" lIns="30788" tIns="0" rIns="30788" bIns="0" anchor="ctr" anchorCtr="0"/>
          <a:lstStyle>
            <a:defPPr>
              <a:defRPr lang="fr-FR"/>
            </a:defPPr>
            <a:lvl1pPr marL="0" marR="0" lvl="0" indent="0" algn="ctr" defTabSz="412750" fontAlgn="auto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None/>
              <a:tabLst/>
              <a:defRPr kumimoji="0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 marL="6350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2pPr>
            <a:lvl3pPr marL="9525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3pPr>
            <a:lvl4pPr marL="12700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4pPr>
            <a:lvl5pPr marL="15875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5pPr>
            <a:lvl6pPr marL="19050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6pPr>
            <a:lvl7pPr marL="22225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7pPr>
            <a:lvl8pPr marL="25400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8pPr>
            <a:lvl9pPr marL="28575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9pPr>
          </a:lstStyle>
          <a:p>
            <a:pPr marL="4763" marR="0" lvl="1" indent="0" algn="ctr" defTabSz="41275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Pts val="900"/>
              <a:buFontTx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" panose="020B0504020202020204" pitchFamily="34" charset="0"/>
                <a:sym typeface="Helvetica Neue"/>
              </a:rPr>
              <a:t>{d. comp_2}</a:t>
            </a:r>
          </a:p>
        </p:txBody>
      </p:sp>
      <p:sp>
        <p:nvSpPr>
          <p:cNvPr id="36" name="Espace réservé du texte 12">
            <a:extLst>
              <a:ext uri="{FF2B5EF4-FFF2-40B4-BE49-F238E27FC236}">
                <a16:creationId xmlns:a16="http://schemas.microsoft.com/office/drawing/2014/main" id="{FABEAD04-047F-DE7E-99C9-42BB2974C5FB}"/>
              </a:ext>
            </a:extLst>
          </p:cNvPr>
          <p:cNvSpPr txBox="1">
            <a:spLocks/>
          </p:cNvSpPr>
          <p:nvPr/>
        </p:nvSpPr>
        <p:spPr>
          <a:xfrm>
            <a:off x="440155" y="5518572"/>
            <a:ext cx="1211623" cy="401578"/>
          </a:xfrm>
          <a:prstGeom prst="rect">
            <a:avLst/>
          </a:prstGeom>
          <a:solidFill>
            <a:srgbClr val="335A65"/>
          </a:solidFill>
          <a:ln w="50800" cap="rnd" cmpd="sng">
            <a:noFill/>
            <a:bevel/>
          </a:ln>
          <a:effectLst/>
        </p:spPr>
        <p:txBody>
          <a:bodyPr wrap="square" lIns="30788" tIns="0" rIns="30788" bIns="0" anchor="ctr" anchorCtr="0"/>
          <a:lstStyle>
            <a:lvl1pPr marL="317500" marR="0" indent="-317500" algn="ctr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None/>
              <a:tabLst/>
              <a:defRPr kumimoji="0" lang="fr-FR" sz="9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EYInterstate" charset="0"/>
                <a:ea typeface="EYInterstate" charset="0"/>
                <a:cs typeface="EYInterstate" charset="0"/>
                <a:sym typeface="Helvetica Neue"/>
              </a:defRPr>
            </a:lvl1pPr>
            <a:lvl2pPr marL="6350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9525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2700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5875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19050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22225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25400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28575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763" marR="0" lvl="1" indent="0" algn="ctr" defTabSz="41275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Pts val="900"/>
              <a:buFontTx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" panose="020B0504020202020204" pitchFamily="34" charset="0"/>
                <a:sym typeface="Helvetica Neue"/>
              </a:rPr>
              <a:t>{d. comp_1}</a:t>
            </a:r>
          </a:p>
        </p:txBody>
      </p:sp>
      <p:sp>
        <p:nvSpPr>
          <p:cNvPr id="37" name="Espace réservé du texte 16">
            <a:extLst>
              <a:ext uri="{FF2B5EF4-FFF2-40B4-BE49-F238E27FC236}">
                <a16:creationId xmlns:a16="http://schemas.microsoft.com/office/drawing/2014/main" id="{EAC4C1D3-BDCF-F65E-7A57-F647FAAFDA12}"/>
              </a:ext>
            </a:extLst>
          </p:cNvPr>
          <p:cNvSpPr txBox="1">
            <a:spLocks/>
          </p:cNvSpPr>
          <p:nvPr/>
        </p:nvSpPr>
        <p:spPr>
          <a:xfrm>
            <a:off x="3203407" y="5518572"/>
            <a:ext cx="1211623" cy="401578"/>
          </a:xfrm>
          <a:prstGeom prst="rect">
            <a:avLst/>
          </a:prstGeom>
          <a:solidFill>
            <a:srgbClr val="335A65"/>
          </a:solidFill>
          <a:ln w="50800" cap="rnd" cmpd="sng">
            <a:noFill/>
            <a:bevel/>
          </a:ln>
          <a:effectLst/>
        </p:spPr>
        <p:txBody>
          <a:bodyPr wrap="square" lIns="30788" tIns="0" rIns="30788" bIns="0" anchor="ctr" anchorCtr="0"/>
          <a:lstStyle>
            <a:defPPr>
              <a:defRPr lang="fr-FR"/>
            </a:defPPr>
            <a:lvl1pPr marL="0" marR="0" lvl="0" indent="0" algn="ctr" defTabSz="412750" fontAlgn="auto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None/>
              <a:tabLst/>
              <a:defRPr kumimoji="0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 marL="6350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2pPr>
            <a:lvl3pPr marL="9525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3pPr>
            <a:lvl4pPr marL="12700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4pPr>
            <a:lvl5pPr marL="15875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5pPr>
            <a:lvl6pPr marL="19050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6pPr>
            <a:lvl7pPr marL="22225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7pPr>
            <a:lvl8pPr marL="25400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8pPr>
            <a:lvl9pPr marL="28575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9pPr>
          </a:lstStyle>
          <a:p>
            <a:pPr marL="0" marR="0" lvl="0" indent="0" algn="ctr" defTabSz="264738" rtl="0" eaLnBrk="1" fontAlgn="auto" latinLnBrk="0" hangingPunct="1">
              <a:lnSpc>
                <a:spcPct val="100000"/>
              </a:lnSpc>
              <a:spcBef>
                <a:spcPts val="1893"/>
              </a:spcBef>
              <a:spcAft>
                <a:spcPts val="0"/>
              </a:spcAft>
              <a:buClrTx/>
              <a:buSzPct val="125000"/>
              <a:buFontTx/>
              <a:buNone/>
              <a:tabLst/>
              <a:defRPr/>
            </a:pPr>
            <a:r>
              <a:rPr kumimoji="0" lang="fr-F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" panose="020B0504020202020204" pitchFamily="34" charset="0"/>
                <a:sym typeface="Helvetica Neue"/>
              </a:rPr>
              <a:t>{d. comp_3}</a:t>
            </a:r>
          </a:p>
        </p:txBody>
      </p:sp>
      <p:sp>
        <p:nvSpPr>
          <p:cNvPr id="38" name="Espace réservé du texte 12">
            <a:extLst>
              <a:ext uri="{FF2B5EF4-FFF2-40B4-BE49-F238E27FC236}">
                <a16:creationId xmlns:a16="http://schemas.microsoft.com/office/drawing/2014/main" id="{CF25F9F1-7D68-2414-B492-35CF58620C96}"/>
              </a:ext>
            </a:extLst>
          </p:cNvPr>
          <p:cNvSpPr txBox="1">
            <a:spLocks/>
          </p:cNvSpPr>
          <p:nvPr/>
        </p:nvSpPr>
        <p:spPr>
          <a:xfrm>
            <a:off x="440155" y="5964539"/>
            <a:ext cx="1211623" cy="401578"/>
          </a:xfrm>
          <a:prstGeom prst="rect">
            <a:avLst/>
          </a:prstGeom>
          <a:solidFill>
            <a:srgbClr val="335A65"/>
          </a:solidFill>
          <a:ln w="50800" cap="rnd" cmpd="sng">
            <a:noFill/>
            <a:bevel/>
          </a:ln>
          <a:effectLst/>
        </p:spPr>
        <p:txBody>
          <a:bodyPr wrap="square" lIns="30788" tIns="0" rIns="30788" bIns="0" anchor="ctr" anchorCtr="0"/>
          <a:lstStyle>
            <a:lvl1pPr marL="317500" marR="0" indent="-317500" algn="ctr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None/>
              <a:tabLst/>
              <a:defRPr kumimoji="0" lang="fr-FR" sz="9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EYInterstate" charset="0"/>
                <a:ea typeface="EYInterstate" charset="0"/>
                <a:cs typeface="EYInterstate" charset="0"/>
                <a:sym typeface="Helvetica Neue"/>
              </a:defRPr>
            </a:lvl1pPr>
            <a:lvl2pPr marL="6350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9525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2700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5875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19050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22225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25400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28575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763" marR="0" lvl="1" indent="0" algn="ctr" defTabSz="41275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Pts val="900"/>
              <a:buFontTx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{d. comp_4}</a:t>
            </a:r>
          </a:p>
        </p:txBody>
      </p:sp>
      <p:sp>
        <p:nvSpPr>
          <p:cNvPr id="39" name="Espace réservé du texte 16">
            <a:extLst>
              <a:ext uri="{FF2B5EF4-FFF2-40B4-BE49-F238E27FC236}">
                <a16:creationId xmlns:a16="http://schemas.microsoft.com/office/drawing/2014/main" id="{58320BC9-E925-78D1-BFDD-00D1943B0B81}"/>
              </a:ext>
            </a:extLst>
          </p:cNvPr>
          <p:cNvSpPr txBox="1">
            <a:spLocks/>
          </p:cNvSpPr>
          <p:nvPr/>
        </p:nvSpPr>
        <p:spPr>
          <a:xfrm>
            <a:off x="1821781" y="5964539"/>
            <a:ext cx="1211623" cy="401578"/>
          </a:xfrm>
          <a:prstGeom prst="rect">
            <a:avLst/>
          </a:prstGeom>
          <a:solidFill>
            <a:srgbClr val="335A65"/>
          </a:solidFill>
          <a:ln w="50800" cap="rnd" cmpd="sng">
            <a:noFill/>
            <a:bevel/>
          </a:ln>
          <a:effectLst/>
        </p:spPr>
        <p:txBody>
          <a:bodyPr wrap="square" lIns="30788" tIns="0" rIns="30788" bIns="0" anchor="ctr" anchorCtr="0"/>
          <a:lstStyle>
            <a:defPPr>
              <a:defRPr lang="fr-FR"/>
            </a:defPPr>
            <a:lvl1pPr marL="0" marR="0" lvl="0" indent="0" algn="ctr" defTabSz="412750" fontAlgn="auto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None/>
              <a:tabLst/>
              <a:defRPr kumimoji="0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 marL="6350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2pPr>
            <a:lvl3pPr marL="9525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3pPr>
            <a:lvl4pPr marL="12700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4pPr>
            <a:lvl5pPr marL="15875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5pPr>
            <a:lvl6pPr marL="19050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6pPr>
            <a:lvl7pPr marL="22225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7pPr>
            <a:lvl8pPr marL="25400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8pPr>
            <a:lvl9pPr marL="28575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9pPr>
          </a:lstStyle>
          <a:p>
            <a:pPr marL="4763" marR="0" lvl="1" indent="0" algn="ctr" defTabSz="41275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Pts val="900"/>
              <a:buFontTx/>
              <a:buNone/>
              <a:tabLst/>
              <a:defRPr/>
            </a:pPr>
            <a:r>
              <a:rPr lang="fr-FR" sz="900" b="1" noProof="0" dirty="0">
                <a:solidFill>
                  <a:prstClr val="white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{d. comp_5}</a:t>
            </a:r>
            <a:endParaRPr kumimoji="0" lang="fr-FR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40" name="Espace réservé du texte 16">
            <a:extLst>
              <a:ext uri="{FF2B5EF4-FFF2-40B4-BE49-F238E27FC236}">
                <a16:creationId xmlns:a16="http://schemas.microsoft.com/office/drawing/2014/main" id="{0D7EFDB9-F3B9-AAA0-9F59-21795A35CC61}"/>
              </a:ext>
            </a:extLst>
          </p:cNvPr>
          <p:cNvSpPr txBox="1">
            <a:spLocks/>
          </p:cNvSpPr>
          <p:nvPr/>
        </p:nvSpPr>
        <p:spPr>
          <a:xfrm>
            <a:off x="3210578" y="5964539"/>
            <a:ext cx="1211623" cy="401578"/>
          </a:xfrm>
          <a:prstGeom prst="rect">
            <a:avLst/>
          </a:prstGeom>
          <a:solidFill>
            <a:srgbClr val="335A65"/>
          </a:solidFill>
          <a:ln w="50800" cap="rnd" cmpd="sng">
            <a:noFill/>
            <a:bevel/>
          </a:ln>
          <a:effectLst/>
        </p:spPr>
        <p:txBody>
          <a:bodyPr wrap="square" lIns="30788" tIns="0" rIns="30788" bIns="0" anchor="ctr" anchorCtr="0"/>
          <a:lstStyle>
            <a:defPPr>
              <a:defRPr lang="fr-FR"/>
            </a:defPPr>
            <a:lvl1pPr marL="0" marR="0" lvl="0" indent="0" algn="ctr" defTabSz="412750" fontAlgn="auto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None/>
              <a:tabLst/>
              <a:defRPr kumimoji="0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 marL="6350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2pPr>
            <a:lvl3pPr marL="9525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3pPr>
            <a:lvl4pPr marL="12700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4pPr>
            <a:lvl5pPr marL="15875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5pPr>
            <a:lvl6pPr marL="19050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6pPr>
            <a:lvl7pPr marL="22225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7pPr>
            <a:lvl8pPr marL="25400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8pPr>
            <a:lvl9pPr marL="28575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9pPr>
          </a:lstStyle>
          <a:p>
            <a:pPr marL="4763" marR="0" lvl="1" indent="0" algn="ctr" defTabSz="41275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Pts val="900"/>
              <a:buFontTx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{d. comp_6}</a:t>
            </a:r>
          </a:p>
        </p:txBody>
      </p:sp>
      <p:sp>
        <p:nvSpPr>
          <p:cNvPr id="41" name="Espace réservé du texte 12">
            <a:extLst>
              <a:ext uri="{FF2B5EF4-FFF2-40B4-BE49-F238E27FC236}">
                <a16:creationId xmlns:a16="http://schemas.microsoft.com/office/drawing/2014/main" id="{BB775FDF-50E7-2A8E-D24B-9AAD99EC3877}"/>
              </a:ext>
            </a:extLst>
          </p:cNvPr>
          <p:cNvSpPr txBox="1">
            <a:spLocks/>
          </p:cNvSpPr>
          <p:nvPr/>
        </p:nvSpPr>
        <p:spPr>
          <a:xfrm>
            <a:off x="440155" y="6410506"/>
            <a:ext cx="1211623" cy="401578"/>
          </a:xfrm>
          <a:prstGeom prst="rect">
            <a:avLst/>
          </a:prstGeom>
          <a:solidFill>
            <a:srgbClr val="335A65"/>
          </a:solidFill>
          <a:ln w="50800" cap="rnd" cmpd="sng">
            <a:noFill/>
            <a:bevel/>
          </a:ln>
          <a:effectLst/>
        </p:spPr>
        <p:txBody>
          <a:bodyPr wrap="square" lIns="30788" tIns="0" rIns="30788" bIns="0" anchor="ctr" anchorCtr="0"/>
          <a:lstStyle>
            <a:lvl1pPr marL="317500" marR="0" indent="-317500" algn="ctr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None/>
              <a:tabLst/>
              <a:defRPr kumimoji="0" lang="fr-FR" sz="9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EYInterstate" charset="0"/>
                <a:ea typeface="EYInterstate" charset="0"/>
                <a:cs typeface="EYInterstate" charset="0"/>
                <a:sym typeface="Helvetica Neue"/>
              </a:defRPr>
            </a:lvl1pPr>
            <a:lvl2pPr marL="6350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9525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2700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5875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19050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22225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25400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2857500" marR="0" indent="-317500" algn="l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marR="0" lvl="0" indent="0" algn="ctr" defTabSz="264738" rtl="0" eaLnBrk="1" fontAlgn="auto" latinLnBrk="0" hangingPunct="1">
              <a:lnSpc>
                <a:spcPct val="100000"/>
              </a:lnSpc>
              <a:spcBef>
                <a:spcPts val="1893"/>
              </a:spcBef>
              <a:spcAft>
                <a:spcPts val="0"/>
              </a:spcAft>
              <a:buClrTx/>
              <a:buSzPct val="125000"/>
              <a:buFontTx/>
              <a:buNone/>
              <a:tabLst/>
              <a:defRPr/>
            </a:pPr>
            <a:r>
              <a:rPr lang="fr-FR" b="1" kern="0" noProof="0" dirty="0">
                <a:solidFill>
                  <a:prstClr val="white"/>
                </a:solidFill>
                <a:latin typeface="Arial Nova" panose="020B0504020202020204" pitchFamily="34" charset="0"/>
              </a:rPr>
              <a:t>{d. comp_7}</a:t>
            </a:r>
            <a:endParaRPr kumimoji="0" lang="fr-FR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sym typeface="Helvetica Neue"/>
            </a:endParaRPr>
          </a:p>
        </p:txBody>
      </p:sp>
      <p:sp>
        <p:nvSpPr>
          <p:cNvPr id="42" name="Espace réservé du texte 16">
            <a:extLst>
              <a:ext uri="{FF2B5EF4-FFF2-40B4-BE49-F238E27FC236}">
                <a16:creationId xmlns:a16="http://schemas.microsoft.com/office/drawing/2014/main" id="{4BAB386A-6CF9-B9B0-F3D5-3970A79ACE9B}"/>
              </a:ext>
            </a:extLst>
          </p:cNvPr>
          <p:cNvSpPr txBox="1">
            <a:spLocks/>
          </p:cNvSpPr>
          <p:nvPr/>
        </p:nvSpPr>
        <p:spPr>
          <a:xfrm>
            <a:off x="1821781" y="6410506"/>
            <a:ext cx="1211623" cy="401578"/>
          </a:xfrm>
          <a:prstGeom prst="rect">
            <a:avLst/>
          </a:prstGeom>
          <a:solidFill>
            <a:srgbClr val="335A65"/>
          </a:solidFill>
          <a:ln w="50800" cap="rnd" cmpd="sng">
            <a:noFill/>
            <a:bevel/>
          </a:ln>
          <a:effectLst/>
        </p:spPr>
        <p:txBody>
          <a:bodyPr wrap="square" lIns="30788" tIns="0" rIns="30788" bIns="0" anchor="ctr" anchorCtr="0"/>
          <a:lstStyle>
            <a:defPPr>
              <a:defRPr lang="fr-FR"/>
            </a:defPPr>
            <a:lvl1pPr marL="0" marR="0" lvl="0" indent="0" algn="ctr" defTabSz="412750" fontAlgn="auto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None/>
              <a:tabLst/>
              <a:defRPr kumimoji="0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 marL="6350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2pPr>
            <a:lvl3pPr marL="9525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3pPr>
            <a:lvl4pPr marL="12700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4pPr>
            <a:lvl5pPr marL="15875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5pPr>
            <a:lvl6pPr marL="19050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6pPr>
            <a:lvl7pPr marL="22225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7pPr>
            <a:lvl8pPr marL="25400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8pPr>
            <a:lvl9pPr marL="28575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9pPr>
          </a:lstStyle>
          <a:p>
            <a:pPr marL="4763" marR="0" lvl="1" indent="0" algn="ctr" defTabSz="41275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Pts val="900"/>
              <a:buFontTx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{d. comp_8}</a:t>
            </a:r>
          </a:p>
        </p:txBody>
      </p:sp>
      <p:sp>
        <p:nvSpPr>
          <p:cNvPr id="43" name="Espace réservé du texte 16">
            <a:extLst>
              <a:ext uri="{FF2B5EF4-FFF2-40B4-BE49-F238E27FC236}">
                <a16:creationId xmlns:a16="http://schemas.microsoft.com/office/drawing/2014/main" id="{7655D195-EDA8-671D-3740-ACD3B7DAA68F}"/>
              </a:ext>
            </a:extLst>
          </p:cNvPr>
          <p:cNvSpPr txBox="1">
            <a:spLocks/>
          </p:cNvSpPr>
          <p:nvPr/>
        </p:nvSpPr>
        <p:spPr>
          <a:xfrm>
            <a:off x="3210578" y="6410506"/>
            <a:ext cx="1211623" cy="401578"/>
          </a:xfrm>
          <a:prstGeom prst="rect">
            <a:avLst/>
          </a:prstGeom>
          <a:solidFill>
            <a:srgbClr val="335A65"/>
          </a:solidFill>
          <a:ln w="50800" cap="rnd" cmpd="sng">
            <a:noFill/>
            <a:bevel/>
          </a:ln>
          <a:effectLst/>
        </p:spPr>
        <p:txBody>
          <a:bodyPr wrap="square" lIns="30788" tIns="0" rIns="30788" bIns="0" anchor="ctr" anchorCtr="0"/>
          <a:lstStyle>
            <a:defPPr>
              <a:defRPr lang="fr-FR"/>
            </a:defPPr>
            <a:lvl1pPr marL="0" marR="0" lvl="0" indent="0" algn="ctr" defTabSz="412750" fontAlgn="auto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None/>
              <a:tabLst/>
              <a:defRPr kumimoji="0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EYInterstate" charset="0"/>
                <a:ea typeface="EYInterstate" charset="0"/>
                <a:cs typeface="EYInterstate" charset="0"/>
              </a:defRPr>
            </a:lvl1pPr>
            <a:lvl2pPr marL="6350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2pPr>
            <a:lvl3pPr marL="9525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3pPr>
            <a:lvl4pPr marL="12700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4pPr>
            <a:lvl5pPr marL="1587500" marR="0" indent="-317500" defTabSz="41275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5pPr>
            <a:lvl6pPr marL="19050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6pPr>
            <a:lvl7pPr marL="22225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7pPr>
            <a:lvl8pPr marL="25400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8pPr>
            <a:lvl9pPr marL="2857500" marR="0" indent="-317500" defTabSz="41275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</a:defRPr>
            </a:lvl9pPr>
          </a:lstStyle>
          <a:p>
            <a:pPr marL="0" marR="0" lvl="0" indent="0" algn="ctr" defTabSz="264738" rtl="0" eaLnBrk="1" fontAlgn="auto" latinLnBrk="0" hangingPunct="1">
              <a:lnSpc>
                <a:spcPct val="100000"/>
              </a:lnSpc>
              <a:spcBef>
                <a:spcPts val="1893"/>
              </a:spcBef>
              <a:spcAft>
                <a:spcPts val="0"/>
              </a:spcAft>
              <a:buClrTx/>
              <a:buSzPct val="125000"/>
              <a:buFontTx/>
              <a:buNone/>
              <a:tabLst/>
              <a:defRPr/>
            </a:pPr>
            <a:r>
              <a:rPr lang="fr-FR" b="1" kern="1200" dirty="0">
                <a:solidFill>
                  <a:prstClr val="white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rPr>
              <a:t>{d. comp_9}</a:t>
            </a:r>
            <a:endParaRPr kumimoji="0" lang="fr-FR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40FB3D74-4188-D401-3D44-24708766C831}"/>
              </a:ext>
            </a:extLst>
          </p:cNvPr>
          <p:cNvSpPr txBox="1"/>
          <p:nvPr/>
        </p:nvSpPr>
        <p:spPr>
          <a:xfrm>
            <a:off x="426339" y="3487360"/>
            <a:ext cx="39788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900" dirty="0">
                <a:solidFill>
                  <a:srgbClr val="FFFFFF"/>
                </a:solidFill>
                <a:latin typeface="Arial Nova Condensed"/>
              </a:rPr>
              <a:t>{d. resume_profil}</a:t>
            </a:r>
            <a:endParaRPr lang="fr-FR" sz="105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5567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1_20190227_template_propale (11)">
  <a:themeElements>
    <a:clrScheme name="Personnalisé 6">
      <a:dk1>
        <a:srgbClr val="000000"/>
      </a:dk1>
      <a:lt1>
        <a:srgbClr val="FFFFFF"/>
      </a:lt1>
      <a:dk2>
        <a:srgbClr val="00313F"/>
      </a:dk2>
      <a:lt2>
        <a:srgbClr val="FFFFFF"/>
      </a:lt2>
      <a:accent1>
        <a:srgbClr val="FF8200"/>
      </a:accent1>
      <a:accent2>
        <a:srgbClr val="009ECB"/>
      </a:accent2>
      <a:accent3>
        <a:srgbClr val="999999"/>
      </a:accent3>
      <a:accent4>
        <a:srgbClr val="CCCCCC"/>
      </a:accent4>
      <a:accent5>
        <a:srgbClr val="620038"/>
      </a:accent5>
      <a:accent6>
        <a:srgbClr val="928581"/>
      </a:accent6>
      <a:hlink>
        <a:srgbClr val="6699CC"/>
      </a:hlink>
      <a:folHlink>
        <a:srgbClr val="6699CC"/>
      </a:folHlink>
    </a:clrScheme>
    <a:fontScheme name="Personnalisé 1">
      <a:majorFont>
        <a:latin typeface="Arial Nova"/>
        <a:ea typeface="Arial Nova"/>
        <a:cs typeface="Arial Nova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t">
        <a:noAutofit/>
      </a:bodyPr>
      <a:lstStyle>
        <a:defPPr algn="ctr">
          <a:lnSpc>
            <a:spcPct val="150000"/>
          </a:lnSpc>
          <a:defRPr sz="1000" dirty="0" err="1" smtClean="0">
            <a:solidFill>
              <a:schemeClr val="accent4"/>
            </a:solidFill>
            <a:latin typeface="Arial Nova" panose="020B05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lombus template V1.0.2.potx" id="{53DDCC22-543C-BE4D-B5D0-1C9C311C7EC5}" vid="{E12D5842-D0B2-3D4A-B3A5-94BAF42AD9D5}"/>
    </a:ext>
  </a:extLst>
</a:theme>
</file>

<file path=ppt/theme/theme2.xml><?xml version="1.0" encoding="utf-8"?>
<a:theme xmlns:a="http://schemas.openxmlformats.org/drawingml/2006/main" name="4_Thème1">
  <a:themeElements>
    <a:clrScheme name="Personnalisé 6">
      <a:dk1>
        <a:srgbClr val="000000"/>
      </a:dk1>
      <a:lt1>
        <a:srgbClr val="FFFFFF"/>
      </a:lt1>
      <a:dk2>
        <a:srgbClr val="00313F"/>
      </a:dk2>
      <a:lt2>
        <a:srgbClr val="FFFFFF"/>
      </a:lt2>
      <a:accent1>
        <a:srgbClr val="FF8200"/>
      </a:accent1>
      <a:accent2>
        <a:srgbClr val="009ECB"/>
      </a:accent2>
      <a:accent3>
        <a:srgbClr val="999999"/>
      </a:accent3>
      <a:accent4>
        <a:srgbClr val="CCCCCC"/>
      </a:accent4>
      <a:accent5>
        <a:srgbClr val="620038"/>
      </a:accent5>
      <a:accent6>
        <a:srgbClr val="928581"/>
      </a:accent6>
      <a:hlink>
        <a:srgbClr val="6699CC"/>
      </a:hlink>
      <a:folHlink>
        <a:srgbClr val="6699CC"/>
      </a:folHlink>
    </a:clrScheme>
    <a:fontScheme name="Personnalisé 1">
      <a:majorFont>
        <a:latin typeface="Arial Nova"/>
        <a:ea typeface="Arial Nova"/>
        <a:cs typeface="Arial Nova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t">
        <a:noAutofit/>
      </a:bodyPr>
      <a:lstStyle>
        <a:defPPr algn="ctr">
          <a:lnSpc>
            <a:spcPct val="150000"/>
          </a:lnSpc>
          <a:defRPr sz="1000" dirty="0" err="1" smtClean="0">
            <a:solidFill>
              <a:schemeClr val="accent4"/>
            </a:solidFill>
            <a:latin typeface="Arial Nova" panose="020B05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lombus template V1.0.2.potx" id="{53DDCC22-543C-BE4D-B5D0-1C9C311C7EC5}" vid="{E12D5842-D0B2-3D4A-B3A5-94BAF42AD9D5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110</Words>
  <Application>Microsoft Office PowerPoint</Application>
  <PresentationFormat>Grand écran</PresentationFormat>
  <Paragraphs>21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</vt:i4>
      </vt:variant>
    </vt:vector>
  </HeadingPairs>
  <TitlesOfParts>
    <vt:vector size="14" baseType="lpstr">
      <vt:lpstr>Aptos</vt:lpstr>
      <vt:lpstr>Arial</vt:lpstr>
      <vt:lpstr>Arial Nova</vt:lpstr>
      <vt:lpstr>Arial Nova Condensed</vt:lpstr>
      <vt:lpstr>Arial Nova Condensed Light</vt:lpstr>
      <vt:lpstr>Calibri</vt:lpstr>
      <vt:lpstr>EYInterstate</vt:lpstr>
      <vt:lpstr>Noto Sans Symbols</vt:lpstr>
      <vt:lpstr>Segoe UI Light</vt:lpstr>
      <vt:lpstr>Times New Roman</vt:lpstr>
      <vt:lpstr>Wingdings</vt:lpstr>
      <vt:lpstr>1_20190227_template_propale (11)</vt:lpstr>
      <vt:lpstr>4_Thème1</vt:lpstr>
      <vt:lpstr>Présentation PowerPoint</vt:lpstr>
    </vt:vector>
  </TitlesOfParts>
  <Company>Enedis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MAURIN Diane - externe</dc:creator>
  <cp:lastModifiedBy>Diane MAURIN</cp:lastModifiedBy>
  <cp:revision>23</cp:revision>
  <dcterms:created xsi:type="dcterms:W3CDTF">2025-01-31T08:39:50Z</dcterms:created>
  <dcterms:modified xsi:type="dcterms:W3CDTF">2026-06-05T09:43:45Z</dcterms:modified>
</cp:coreProperties>
</file>